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5"/>
  </p:sldMasterIdLst>
  <p:notesMasterIdLst>
    <p:notesMasterId r:id="rId8"/>
  </p:notesMasterIdLst>
  <p:handoutMasterIdLst>
    <p:handoutMasterId r:id="rId9"/>
  </p:handoutMasterIdLst>
  <p:sldIdLst>
    <p:sldId id="276" r:id="rId6"/>
    <p:sldId id="257" r:id="rId7"/>
  </p:sldIdLst>
  <p:sldSz cx="12192000" cy="6858000"/>
  <p:notesSz cx="6858000" cy="9144000"/>
  <p:custDataLst>
    <p:tags r:id="rId1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orient="horz" pos="255" userDrawn="1">
          <p15:clr>
            <a:srgbClr val="A4A3A4"/>
          </p15:clr>
        </p15:guide>
        <p15:guide id="4" orient="horz" pos="3657" userDrawn="1">
          <p15:clr>
            <a:srgbClr val="A4A3A4"/>
          </p15:clr>
        </p15:guide>
        <p15:guide id="5" orient="horz" pos="4269" userDrawn="1">
          <p15:clr>
            <a:srgbClr val="A4A3A4"/>
          </p15:clr>
        </p15:guide>
        <p15:guide id="6" pos="744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4D2604-4DF2-9B30-D2FA-EF84B62F3A14}" name="Tian, Ting (VMK3_EXTERN)" initials="TT" userId="S::extern.ting.tian@porsche.de::8920be80-f01f-4d6e-960f-0cb962f84bf9" providerId="AD"/>
  <p188:author id="{76309527-7D75-733C-2623-61DE1BA9A009}" name="Vu Tran (Omnicom)" initials="VT" userId="S::vu.tran@omc.com::7415ac3f-6544-4786-a9da-d7dd4462915f" providerId="AD"/>
  <p188:author id="{426F29E6-DE32-BA2B-0BC0-27E19BE11673}" name="Esguerra, Laura (VMK3)" initials="LE" userId="S::laura.esguerra1@porsche.de::eaa26d83-8365-4f99-a5c3-6e5cb22b29b8" providerId="AD"/>
  <p188:author id="{1250BAF4-FFB1-8E40-44AA-ECF57243ED7E}" name="Angela Mc Ewen (Omnicom)" initials="AM" userId="S::angela.mcewen@omc.com::8d251493-51f0-4462-96a5-4f3405e7529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2352"/>
    <a:srgbClr val="000000"/>
    <a:srgbClr val="AC83CC"/>
    <a:srgbClr val="00B050"/>
    <a:srgbClr val="D5001C"/>
    <a:srgbClr val="151D26"/>
    <a:srgbClr val="3C007E"/>
    <a:srgbClr val="7E360E"/>
    <a:srgbClr val="D611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2B115C3-826D-4E69-96D4-C415ADE95F51}">
  <a:tblStyle styleId="{62B115C3-826D-4E69-96D4-C415ADE95F51}" styleName="Porsche Standard Tabelle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>
                  <a:tint val="0"/>
                </a:schemeClr>
              </a:solidFill>
            </a:ln>
          </a:left>
          <a:right>
            <a:ln w="0" cmpd="sng">
              <a:solidFill>
                <a:schemeClr val="lt1">
                  <a:tint val="0"/>
                </a:schemeClr>
              </a:solidFill>
            </a:ln>
          </a:right>
          <a:top>
            <a:ln w="0" cmpd="sng">
              <a:solidFill>
                <a:schemeClr val="lt1">
                  <a:tint val="0"/>
                </a:schemeClr>
              </a:solidFill>
            </a:ln>
          </a:top>
          <a:bottom>
            <a:ln w="0" cmpd="sng">
              <a:solidFill>
                <a:schemeClr val="lt1">
                  <a:tint val="0"/>
                </a:schemeClr>
              </a:solidFill>
            </a:ln>
          </a:bottom>
          <a:insideH>
            <a:ln w="0" cmpd="sng">
              <a:solidFill>
                <a:schemeClr val="lt1">
                  <a:tint val="0"/>
                </a:schemeClr>
              </a:solidFill>
            </a:ln>
          </a:insideH>
          <a:insideV>
            <a:ln w="0" cmpd="sng">
              <a:solidFill>
                <a:schemeClr val="lt1">
                  <a:tint val="0"/>
                </a:schemeClr>
              </a:solidFill>
            </a:ln>
          </a:insideV>
        </a:tcBdr>
        <a:fill>
          <a:solidFill>
            <a:schemeClr val="lt1">
              <a:tint val="0"/>
            </a:schemeClr>
          </a:solidFill>
        </a:fill>
      </a:tcStyle>
    </a:wholeTbl>
    <a:band1H>
      <a:tcStyle>
        <a:tcBdr/>
      </a:tcStyle>
    </a:band1H>
    <a:band2H>
      <a:tcStyle>
        <a:tcBdr/>
        <a:fill>
          <a:solidFill>
            <a:schemeClr val="accent5"/>
          </a:solidFill>
        </a:fill>
      </a:tcStyle>
    </a:band2H>
    <a:band1V>
      <a:tcStyle>
        <a:tcBdr/>
        <a:fill>
          <a:solidFill>
            <a:schemeClr val="accent5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6350" cmpd="sng">
              <a:solidFill>
                <a:schemeClr val="accent3"/>
              </a:solidFill>
            </a:ln>
          </a:top>
        </a:tcBdr>
        <a:fill>
          <a:solidFill>
            <a:schemeClr val="lt1">
              <a:tint val="0"/>
            </a:schemeClr>
          </a:solidFill>
        </a:fill>
      </a:tcStyle>
    </a:lastRow>
    <a:firstRow>
      <a:tcTxStyle b="on">
        <a:fontRef idx="minor">
          <a:prstClr val="black"/>
        </a:fontRef>
        <a:schemeClr val="dk1"/>
      </a:tcTxStyle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solidFill>
            <a:schemeClr val="lt1">
              <a:tint val="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/>
    <p:restoredTop sz="94638"/>
  </p:normalViewPr>
  <p:slideViewPr>
    <p:cSldViewPr snapToGrid="0">
      <p:cViewPr varScale="1">
        <p:scale>
          <a:sx n="78" d="100"/>
          <a:sy n="78" d="100"/>
        </p:scale>
        <p:origin x="802" y="72"/>
      </p:cViewPr>
      <p:guideLst>
        <p:guide pos="234"/>
        <p:guide orient="horz" pos="255"/>
        <p:guide orient="horz" pos="3657"/>
        <p:guide orient="horz" pos="4269"/>
        <p:guide pos="74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8/10/relationships/authors" Target="authors.xml"/><Relationship Id="rId10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6AB3B4-8F89-47C3-8DB2-396D1B42E2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A78CE-62E4-4292-A912-E2F8CA0F70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07356-B5D4-4790-B6FC-F7C8B1F7E1E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1400C-6C39-470B-8BB0-5A48204E8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47B9C-E1B2-4326-8C19-70073498FC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791CF-CB42-423F-9607-FC443ACCB2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463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750888D7-EA26-413C-8F78-8BFC343EAE4A}" type="datetimeFigureOut">
              <a:rPr lang="de-DE" smtClean="0"/>
              <a:pPr/>
              <a:t>07.05.2026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indent="0">
              <a:lnSpc>
                <a:spcPct val="110000"/>
              </a:lnSpc>
              <a:spcBef>
                <a:spcPts val="600"/>
              </a:spcBef>
              <a:buFontTx/>
              <a:buNone/>
            </a:pPr>
            <a:r>
              <a:rPr lang="de-DE"/>
              <a:t>Mastertextformat bearbeiten</a:t>
            </a:r>
          </a:p>
          <a:p>
            <a:pPr marL="180000" lvl="1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Zweite Ebene</a:t>
            </a:r>
          </a:p>
          <a:p>
            <a:pPr marL="360000" lvl="2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Dritte Ebene</a:t>
            </a:r>
          </a:p>
          <a:p>
            <a:pPr marL="540000" lvl="3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Vierte Ebene</a:t>
            </a:r>
          </a:p>
          <a:p>
            <a:pPr marL="720000" lvl="4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56723CF4-5F3F-48D1-B859-759DFE8781C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4191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9AA43-0AD4-4655-AA69-BB0AD5FEF94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8209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PCNA </a:t>
            </a:r>
          </a:p>
          <a:p>
            <a:r>
              <a:rPr lang="en-US" dirty="0"/>
              <a:t>DV360 – Porsche shop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CF4-5F3F-48D1-B859-759DFE8781C5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3457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99DB9E3-8A25-4738-CA7E-50994C662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81290" y="2508188"/>
            <a:ext cx="2229421" cy="112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7425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C237F616-E909-4922-A851-0DBAAF8C2E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EF9A45B-D40B-447C-8549-28CAD8F56D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71475" y="404812"/>
            <a:ext cx="4392000" cy="3960000"/>
          </a:xfrm>
          <a:noFill/>
        </p:spPr>
        <p:txBody>
          <a:bodyPr lIns="252000" tIns="504000" rIns="252000" bIns="1872000" anchor="b"/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GB" noProof="0" err="1"/>
              <a:t>Titelmasterformat</a:t>
            </a:r>
            <a:r>
              <a:rPr lang="en-GB" noProof="0"/>
              <a:t> </a:t>
            </a:r>
            <a:r>
              <a:rPr lang="en-GB" noProof="0" err="1"/>
              <a:t>durch</a:t>
            </a:r>
            <a:r>
              <a:rPr lang="en-GB" noProof="0"/>
              <a:t> </a:t>
            </a:r>
            <a:r>
              <a:rPr lang="en-GB" noProof="0" err="1"/>
              <a:t>Klicken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F17E8A1-13AA-4D0A-A6F2-57CBC491E2B8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71475" y="2559600"/>
            <a:ext cx="4392000" cy="1800000"/>
          </a:xfrm>
        </p:spPr>
        <p:txBody>
          <a:bodyPr lIns="252000" rIns="252000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213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onl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F9A45B-D40B-447C-8549-28CAD8F56D49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71474" y="1047600"/>
            <a:ext cx="7200000" cy="1080000"/>
          </a:xfrm>
          <a:noFill/>
        </p:spPr>
        <p:txBody>
          <a:bodyPr lIns="0" tIns="0" rIns="0" bIns="0" anchor="t"/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F17E8A1-13AA-4D0A-A6F2-57CBC491E2B8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71474" y="2448000"/>
            <a:ext cx="7200000" cy="1080000"/>
          </a:xfrm>
        </p:spPr>
        <p:txBody>
          <a:bodyPr lIns="0" tIns="0" rIns="0" bIns="0" anchor="t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481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3D193D-C45E-44E0-804D-82883133DBB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3DA8FBB8-F138-4EBE-B59C-7ACA0C1B5C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VMK3 UTM Parameters Concept 2026</a:t>
            </a:r>
          </a:p>
        </p:txBody>
      </p:sp>
    </p:spTree>
    <p:extLst>
      <p:ext uri="{BB962C8B-B14F-4D97-AF65-F5344CB8AC3E}">
        <p14:creationId xmlns:p14="http://schemas.microsoft.com/office/powerpoint/2010/main" val="31897041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A4055-5B80-42D9-96CC-82E57D23BE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3C3F0C-3595-4D60-BE5B-95CDB6174733}"/>
              </a:ext>
            </a:extLst>
          </p:cNvPr>
          <p:cNvSpPr>
            <a:spLocks noGrp="1"/>
          </p:cNvSpPr>
          <p:nvPr>
            <p:ph sz="quarter" idx="10"/>
          </p:nvPr>
        </p:nvSpPr>
        <p:spPr bwMode="gray"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7D0C455-B780-4CFD-BC34-1A6EBE947D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VMK3 UTM Parameters Concept 2026</a:t>
            </a:r>
          </a:p>
        </p:txBody>
      </p:sp>
    </p:spTree>
    <p:extLst>
      <p:ext uri="{BB962C8B-B14F-4D97-AF65-F5344CB8AC3E}">
        <p14:creationId xmlns:p14="http://schemas.microsoft.com/office/powerpoint/2010/main" val="7700158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A4055-5B80-42D9-96CC-82E57D23BE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3C3F0C-3595-4D60-BE5B-95CDB6174733}"/>
              </a:ext>
            </a:extLst>
          </p:cNvPr>
          <p:cNvSpPr>
            <a:spLocks noGrp="1"/>
          </p:cNvSpPr>
          <p:nvPr>
            <p:ph sz="quarter" idx="10"/>
          </p:nvPr>
        </p:nvSpPr>
        <p:spPr bwMode="gray">
          <a:xfrm>
            <a:off x="371475" y="1412875"/>
            <a:ext cx="558052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3083EC27-D60C-4D36-88E2-8B66A7497BF8}"/>
              </a:ext>
            </a:extLst>
          </p:cNvPr>
          <p:cNvSpPr>
            <a:spLocks noGrp="1"/>
          </p:cNvSpPr>
          <p:nvPr>
            <p:ph sz="quarter" idx="11"/>
          </p:nvPr>
        </p:nvSpPr>
        <p:spPr bwMode="gray">
          <a:xfrm>
            <a:off x="6240000" y="1412875"/>
            <a:ext cx="558052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B02780DF-8C91-4270-AA3A-4666E57FC2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VMK3 UTM Parameters Concept 2026</a:t>
            </a:r>
          </a:p>
        </p:txBody>
      </p:sp>
    </p:spTree>
    <p:extLst>
      <p:ext uri="{BB962C8B-B14F-4D97-AF65-F5344CB8AC3E}">
        <p14:creationId xmlns:p14="http://schemas.microsoft.com/office/powerpoint/2010/main" val="137225306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without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7090E0F-BF61-42E5-BECE-AE5D8DE4D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C73DD7-8035-4E08-89A7-9B97025CA17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4813"/>
            <a:ext cx="3891600" cy="5472111"/>
          </a:xfrm>
          <a:solidFill>
            <a:schemeClr val="bg1">
              <a:alpha val="80000"/>
            </a:schemeClr>
          </a:solidFill>
        </p:spPr>
        <p:txBody>
          <a:bodyPr lIns="252000" tIns="108000" rIns="252000" bIns="2664000" anchor="b"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3138DD-B6D9-4F9F-B5B0-DE05A1F66163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3308400"/>
            <a:ext cx="3891600" cy="2568524"/>
          </a:xfrm>
        </p:spPr>
        <p:txBody>
          <a:bodyPr lIns="252000" rIns="252000" bIns="10800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F4303D2-1E42-4E6B-9ECD-83B90B22DF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853200"/>
            <a:ext cx="3891600" cy="1119600"/>
          </a:xfrm>
        </p:spPr>
        <p:txBody>
          <a:bodyPr lIns="252000" rIns="252000"/>
          <a:lstStyle>
            <a:lvl1pPr>
              <a:defRPr sz="8000" b="1">
                <a:solidFill>
                  <a:schemeClr val="tx1"/>
                </a:solidFill>
              </a:defRPr>
            </a:lvl1pPr>
            <a:lvl2pPr marL="0" indent="0">
              <a:buNone/>
              <a:defRPr sz="8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1"/>
            <a:r>
              <a:rPr lang="en-US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6808783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with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7090E0F-BF61-42E5-BECE-AE5D8DE4D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4" y="404811"/>
            <a:ext cx="11449051" cy="54756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C73DD7-8035-4E08-89A7-9B97025CA17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4811"/>
            <a:ext cx="3891600" cy="5472111"/>
          </a:xfrm>
          <a:solidFill>
            <a:schemeClr val="bg1">
              <a:alpha val="80000"/>
            </a:schemeClr>
          </a:solidFill>
        </p:spPr>
        <p:txBody>
          <a:bodyPr lIns="252000" tIns="108000" rIns="252000" bIns="2664000" anchor="b"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3138DD-B6D9-4F9F-B5B0-DE05A1F66163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3308400"/>
            <a:ext cx="3891600" cy="2568524"/>
          </a:xfrm>
        </p:spPr>
        <p:txBody>
          <a:bodyPr lIns="252000" rIns="252000" bIns="10800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F4303D2-1E42-4E6B-9ECD-83B90B22DF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853200"/>
            <a:ext cx="3891600" cy="1119600"/>
          </a:xfrm>
        </p:spPr>
        <p:txBody>
          <a:bodyPr lIns="252000" rIns="252000"/>
          <a:lstStyle>
            <a:lvl1pPr>
              <a:defRPr sz="8000" b="1">
                <a:solidFill>
                  <a:schemeClr val="tx1"/>
                </a:solidFill>
              </a:defRPr>
            </a:lvl1pPr>
            <a:lvl2pPr>
              <a:defRPr sz="8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28506529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 slide with comple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7">
            <a:extLst>
              <a:ext uri="{FF2B5EF4-FFF2-40B4-BE49-F238E27FC236}">
                <a16:creationId xmlns:a16="http://schemas.microsoft.com/office/drawing/2014/main" id="{240FB6AB-D46E-400F-96B0-9CB95E120A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9D9E15F-B0F1-48C9-B6A7-38DF9291BC3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3924000" cy="5470126"/>
          </a:xfrm>
          <a:solidFill>
            <a:schemeClr val="bg1"/>
          </a:solidFill>
        </p:spPr>
        <p:txBody>
          <a:bodyPr lIns="252000" tIns="108000" rIns="252000" bIns="3312000"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33D0F42-A5D8-4817-ACD3-DD701DDAF4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2559600"/>
            <a:ext cx="3924000" cy="676800"/>
          </a:xfrm>
        </p:spPr>
        <p:txBody>
          <a:bodyPr lIns="252000" rIns="252000"/>
          <a:lstStyle>
            <a:lvl1pPr>
              <a:defRPr/>
            </a:lvl1pPr>
          </a:lstStyle>
          <a:p>
            <a:pPr lvl="0"/>
            <a:r>
              <a:rPr lang="en-US"/>
              <a:t>Subline</a:t>
            </a:r>
          </a:p>
        </p:txBody>
      </p:sp>
    </p:spTree>
    <p:extLst>
      <p:ext uri="{BB962C8B-B14F-4D97-AF65-F5344CB8AC3E}">
        <p14:creationId xmlns:p14="http://schemas.microsoft.com/office/powerpoint/2010/main" val="33213031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 slide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4DAA0-BE28-4A30-8A16-63D0B0E4E7A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4" y="403200"/>
            <a:ext cx="3636000" cy="1584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42710BF-8A74-41DB-B0DF-9BBD552EDD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4295775" y="403200"/>
            <a:ext cx="7524750" cy="547052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06E4ECD-06BF-49BC-B4B6-729081649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2171700"/>
            <a:ext cx="3636963" cy="68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Subline</a:t>
            </a:r>
          </a:p>
        </p:txBody>
      </p:sp>
    </p:spTree>
    <p:extLst>
      <p:ext uri="{BB962C8B-B14F-4D97-AF65-F5344CB8AC3E}">
        <p14:creationId xmlns:p14="http://schemas.microsoft.com/office/powerpoint/2010/main" val="397490621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252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 slide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6B47466-A3DF-4F35-A63D-3117980A73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0" y="0"/>
            <a:ext cx="4654800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D8353979-FA44-48D6-BF73-78FCA5B05E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733924" y="0"/>
            <a:ext cx="7458075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D740CF-C4DC-4528-93F5-BFA72E772A1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570400" y="403200"/>
            <a:ext cx="4248000" cy="5472000"/>
          </a:xfrm>
          <a:solidFill>
            <a:schemeClr val="bg1"/>
          </a:solidFill>
        </p:spPr>
        <p:txBody>
          <a:bodyPr lIns="252000" tIns="108000" rIns="252000" bIns="3780000"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FB4891-8715-46BF-B946-48EEABD6A7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570400" y="2181600"/>
            <a:ext cx="4248000" cy="3697200"/>
          </a:xfrm>
        </p:spPr>
        <p:txBody>
          <a:bodyPr lIns="252000" rIns="252000" bIns="0"/>
          <a:lstStyle>
            <a:lvl2pPr marL="0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318553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937">
          <p15:clr>
            <a:srgbClr val="FBAE40"/>
          </p15:clr>
        </p15:guide>
        <p15:guide id="2" pos="298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B62E9ED-C089-4E21-9658-B46CDA5C71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8619597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picture with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B62E9ED-C089-4E21-9658-B46CDA5C71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4" y="404812"/>
            <a:ext cx="11449051" cy="5472113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3149039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14BA7-CB27-4F92-9C4B-77A788A7924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CF5640EF-79EE-46B4-B10F-88F6D7E77B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5" y="1412875"/>
            <a:ext cx="5580000" cy="446405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7BFA4C06-AFE9-492D-A180-0D6B53BAB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525" y="1412875"/>
            <a:ext cx="5580000" cy="2016125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E1505832-451A-493D-9816-07761CC3BBE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240525" y="3865789"/>
            <a:ext cx="5580000" cy="2016125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23178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7B2574-9A58-4E2C-9800-B08C15529E2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7C3E1E-BF9B-4C7B-932F-D9DD1ABFEC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71475" y="1412875"/>
            <a:ext cx="5580062" cy="44640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3B6D139-9BBA-401F-A37F-85A52712C7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463" y="1412875"/>
            <a:ext cx="5580062" cy="446405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B97581B-0504-4291-9C84-0B84B28C88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287833428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49">
          <p15:clr>
            <a:srgbClr val="FBAE40"/>
          </p15:clr>
        </p15:guide>
        <p15:guide id="2" pos="393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C7AB2E-105E-4560-810B-5C2D73E3BFD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3636000" cy="936000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11A410-77DA-4FBE-9C60-7DBB3F1F7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71475" y="1412875"/>
            <a:ext cx="3636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98505A3-1CA0-4DF4-A4EE-DB2FEEB298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4295775" y="403200"/>
            <a:ext cx="7524750" cy="5470525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1C41EAE1-B7F9-43F3-A7C2-0EFAEAE623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32022991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525">
          <p15:clr>
            <a:srgbClr val="FBAE40"/>
          </p15:clr>
        </p15:guide>
        <p15:guide id="2" pos="270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F87DA1-0A7E-444C-9038-288F571E449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4" y="403200"/>
            <a:ext cx="5580063" cy="648000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7573EE-C735-4F99-BBD6-119D8EEA1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71475" y="1412875"/>
            <a:ext cx="5580063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212DEC1C-B80B-4603-B910-74FC9303CD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463" y="404813"/>
            <a:ext cx="5580062" cy="5472112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993E32BF-92F9-46DD-8C28-7B9BC35279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7929315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BDEFBF-74D6-40E0-9540-4C37F45D8B4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6588125" cy="648000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41D52AE-71AC-4710-A587-046DDAEB88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7248525" y="404813"/>
            <a:ext cx="4572000" cy="5472112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6DF9836-B7CB-4CB9-B466-CD57CDEB6B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371475" y="1412875"/>
            <a:ext cx="658812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ED95691-5A21-4D15-A7A2-DD8F77C49D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8696091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4385">
          <p15:clr>
            <a:srgbClr val="FBAE40"/>
          </p15:clr>
        </p15:guide>
        <p15:guide id="2" pos="456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C53EB-CF61-4F20-82CC-2DF15958599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554BDB18-2761-49B4-BD80-C9779BE81E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5" y="1412873"/>
            <a:ext cx="5580525" cy="2736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DA03AD7B-24F3-41A3-9E78-4B2EB22EA4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000" y="1412873"/>
            <a:ext cx="5580525" cy="2736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6244185-D891-433F-BBE3-176592B1ED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371475" y="4148873"/>
            <a:ext cx="5580526" cy="1728052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4136EC53-01F5-4FF1-A55F-D2721116A5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240001" y="4148873"/>
            <a:ext cx="5580526" cy="1728052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8F15D28B-2AD2-4A11-941F-B884F1AE48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315452101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09552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A4055-5B80-42D9-96CC-82E57D23BE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3C3F0C-3595-4D60-BE5B-95CDB6174733}"/>
              </a:ext>
            </a:extLst>
          </p:cNvPr>
          <p:cNvSpPr>
            <a:spLocks noGrp="1"/>
          </p:cNvSpPr>
          <p:nvPr>
            <p:ph sz="quarter" idx="10"/>
          </p:nvPr>
        </p:nvSpPr>
        <p:spPr bwMode="gray">
          <a:xfrm>
            <a:off x="371475" y="1412875"/>
            <a:ext cx="5580525" cy="4464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3083EC27-D60C-4D36-88E2-8B66A7497BF8}"/>
              </a:ext>
            </a:extLst>
          </p:cNvPr>
          <p:cNvSpPr>
            <a:spLocks noGrp="1"/>
          </p:cNvSpPr>
          <p:nvPr>
            <p:ph sz="quarter" idx="11"/>
          </p:nvPr>
        </p:nvSpPr>
        <p:spPr bwMode="gray">
          <a:xfrm>
            <a:off x="6240000" y="1412875"/>
            <a:ext cx="5580525" cy="4464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B02780DF-8C91-4270-AA3A-4666E57FC2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79600"/>
            <a:ext cx="11449050" cy="115200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de-DE"/>
              <a:t>Quelle &amp; Fußnote</a:t>
            </a:r>
          </a:p>
        </p:txBody>
      </p:sp>
    </p:spTree>
    <p:extLst>
      <p:ext uri="{BB962C8B-B14F-4D97-AF65-F5344CB8AC3E}">
        <p14:creationId xmlns:p14="http://schemas.microsoft.com/office/powerpoint/2010/main" val="86790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750" userDrawn="1">
          <p15:clr>
            <a:srgbClr val="FBAE40"/>
          </p15:clr>
        </p15:guide>
        <p15:guide id="4" pos="393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ischenfolie mit 2 großen Moti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6B47466-A3DF-4F35-A63D-3117980A73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0" y="0"/>
            <a:ext cx="4654800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D8353979-FA44-48D6-BF73-78FCA5B05E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733924" y="0"/>
            <a:ext cx="7458075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D740CF-C4DC-4528-93F5-BFA72E772A1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570400" y="403200"/>
            <a:ext cx="4248000" cy="5472000"/>
          </a:xfrm>
          <a:solidFill>
            <a:schemeClr val="bg1"/>
          </a:solidFill>
        </p:spPr>
        <p:txBody>
          <a:bodyPr lIns="252000" tIns="108000" rIns="252000" bIns="3780000"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FB4891-8715-46BF-B946-48EEABD6A7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570400" y="2181600"/>
            <a:ext cx="4248000" cy="3697200"/>
          </a:xfrm>
        </p:spPr>
        <p:txBody>
          <a:bodyPr lIns="252000" rIns="252000" bIns="0"/>
          <a:lstStyle>
            <a:lvl2pPr marL="0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3808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937" userDrawn="1">
          <p15:clr>
            <a:srgbClr val="FBAE40"/>
          </p15:clr>
        </p15:guide>
        <p15:guide id="4" pos="298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no line pur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FD10-3149-4650-82E1-4F79A5BD3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" y="161679"/>
            <a:ext cx="5587129" cy="1393852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EDF90-F246-46F4-9DA0-42F70FB9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408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76D179F-7BBA-46AB-9409-19B27A2710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03222" y="0"/>
            <a:ext cx="1942228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40000"/>
                </a:srgbClr>
              </a:gs>
              <a:gs pos="76000">
                <a:srgbClr val="000000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GB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CDFD10-3149-4650-82E1-4F79A5BD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3CB2C-5D29-44EC-81F1-FE55EB286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370092" y="1663200"/>
            <a:ext cx="3046413" cy="231923"/>
          </a:xfrm>
          <a:prstGeom prst="rect">
            <a:avLst/>
          </a:prstGeom>
        </p:spPr>
        <p:txBody>
          <a:bodyPr/>
          <a:lstStyle/>
          <a:p>
            <a:r>
              <a:rPr lang="en-GB"/>
              <a:t>Porsche | Modern Luxury - Audience Planning Manual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F276AD02-895E-4E23-9C4A-F8DD40E7C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8322" y="6492876"/>
            <a:ext cx="236306" cy="157466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4EE772B1-BE0F-5944-8DBF-912E1BB0EF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49493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74C09-0AA6-9CD9-F6DD-6C62DB2D9306}"/>
              </a:ext>
            </a:extLst>
          </p:cNvPr>
          <p:cNvSpPr/>
          <p:nvPr/>
        </p:nvSpPr>
        <p:spPr>
          <a:xfrm>
            <a:off x="0" y="1783490"/>
            <a:ext cx="12192000" cy="699492"/>
          </a:xfrm>
          <a:prstGeom prst="rect">
            <a:avLst/>
          </a:prstGeom>
          <a:solidFill>
            <a:srgbClr val="05B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179DA-E4C9-1F3D-C3DF-3AFA6E401818}"/>
              </a:ext>
            </a:extLst>
          </p:cNvPr>
          <p:cNvSpPr/>
          <p:nvPr/>
        </p:nvSpPr>
        <p:spPr>
          <a:xfrm>
            <a:off x="475" y="3292212"/>
            <a:ext cx="12192000" cy="699492"/>
          </a:xfrm>
          <a:prstGeom prst="rect">
            <a:avLst/>
          </a:prstGeom>
          <a:solidFill>
            <a:srgbClr val="006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C176F3-7EF6-D3BA-A9BD-017B3004A546}"/>
              </a:ext>
            </a:extLst>
          </p:cNvPr>
          <p:cNvSpPr/>
          <p:nvPr/>
        </p:nvSpPr>
        <p:spPr>
          <a:xfrm>
            <a:off x="0" y="4800934"/>
            <a:ext cx="12192000" cy="69949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D3D193D-C45E-44E0-804D-82883133DBB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3DA8FBB8-F138-4EBE-B59C-7ACA0C1B5C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79600"/>
            <a:ext cx="11449050" cy="115200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de-DE"/>
              <a:t>Quelle &amp; Fußnote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561E21-BFCC-D7BC-5C18-37C6195BA055}"/>
              </a:ext>
            </a:extLst>
          </p:cNvPr>
          <p:cNvSpPr/>
          <p:nvPr/>
        </p:nvSpPr>
        <p:spPr>
          <a:xfrm>
            <a:off x="0" y="1754659"/>
            <a:ext cx="12192000" cy="69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FB5E6-0F17-FDF9-BEBA-A18BE0E13E46}"/>
              </a:ext>
            </a:extLst>
          </p:cNvPr>
          <p:cNvSpPr/>
          <p:nvPr/>
        </p:nvSpPr>
        <p:spPr>
          <a:xfrm>
            <a:off x="475" y="3271619"/>
            <a:ext cx="12192000" cy="69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4BEC51-1418-67D1-E2A3-692EB55D140E}"/>
              </a:ext>
            </a:extLst>
          </p:cNvPr>
          <p:cNvSpPr/>
          <p:nvPr/>
        </p:nvSpPr>
        <p:spPr>
          <a:xfrm>
            <a:off x="0" y="4780341"/>
            <a:ext cx="12192000" cy="69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1383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Bullet points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0"/>
          <p:cNvSpPr>
            <a:spLocks noGrp="1"/>
          </p:cNvSpPr>
          <p:nvPr>
            <p:ph sz="quarter" idx="12"/>
          </p:nvPr>
        </p:nvSpPr>
        <p:spPr>
          <a:xfrm>
            <a:off x="1235075" y="1808957"/>
            <a:ext cx="7201185" cy="410448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6722C5C-0398-E34A-8A2F-2739A2B5B4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7456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390957" y="1622139"/>
            <a:ext cx="11410091" cy="4188814"/>
          </a:xfrm>
        </p:spPr>
        <p:txBody>
          <a:bodyPr/>
          <a:lstStyle>
            <a:lvl1pPr>
              <a:defRPr baseline="0">
                <a:latin typeface="SKODA Next" panose="020B0504020603020204" pitchFamily="34" charset="0"/>
              </a:defRPr>
            </a:lvl1pPr>
            <a:lvl2pPr>
              <a:defRPr>
                <a:latin typeface="SKODA Next" panose="020B0504020603020204" pitchFamily="34" charset="0"/>
              </a:defRPr>
            </a:lvl2pPr>
            <a:lvl3pPr>
              <a:defRPr>
                <a:latin typeface="SKODA Next" panose="020B0504020603020204" pitchFamily="34" charset="0"/>
              </a:defRPr>
            </a:lvl3pPr>
            <a:lvl4pPr>
              <a:defRPr>
                <a:latin typeface="SKODA Next" panose="020B0504020603020204" pitchFamily="34" charset="0"/>
              </a:defRPr>
            </a:lvl4pPr>
            <a:lvl5pPr>
              <a:defRPr>
                <a:latin typeface="SKODA Next" panose="020B0504020603020204" pitchFamily="34" charset="0"/>
              </a:defRPr>
            </a:lvl5pPr>
          </a:lstStyle>
          <a:p>
            <a:pPr lvl="0"/>
            <a:r>
              <a:rPr lang="en-GB" noProof="0"/>
              <a:t>First level text</a:t>
            </a:r>
          </a:p>
          <a:p>
            <a:pPr lvl="1"/>
            <a:r>
              <a:rPr lang="en-GB" noProof="0"/>
              <a:t>Second level text</a:t>
            </a:r>
          </a:p>
          <a:p>
            <a:pPr lvl="2"/>
            <a:r>
              <a:rPr lang="en-GB" noProof="0"/>
              <a:t>Third level text</a:t>
            </a:r>
          </a:p>
          <a:p>
            <a:pPr lvl="3"/>
            <a:r>
              <a:rPr lang="en-GB" noProof="0"/>
              <a:t>Fourth level text</a:t>
            </a:r>
          </a:p>
          <a:p>
            <a:pPr lvl="4"/>
            <a:r>
              <a:rPr lang="en-GB" noProof="0"/>
              <a:t>Fifth level 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KODA Next" panose="020B0504020603020204" pitchFamily="34" charset="0"/>
              </a:defRPr>
            </a:lvl1pPr>
          </a:lstStyle>
          <a:p>
            <a:fld id="{1E956721-BB38-4972-8ACD-5A2C9377E3B4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KODA Next" panose="020B0504020603020204" pitchFamily="34" charset="0"/>
              </a:defRPr>
            </a:lvl1pPr>
          </a:lstStyle>
          <a:p>
            <a:r>
              <a:rPr lang="en-GB" noProof="0"/>
              <a:t>Porsche | Modern Luxury - Audience Planning Manual</a:t>
            </a:r>
          </a:p>
        </p:txBody>
      </p:sp>
      <p:sp>
        <p:nvSpPr>
          <p:cNvPr id="29" name="Zástupný symbol pro text 28"/>
          <p:cNvSpPr>
            <a:spLocks noGrp="1"/>
          </p:cNvSpPr>
          <p:nvPr>
            <p:ph type="body" sz="quarter" idx="12" hasCustomPrompt="1"/>
          </p:nvPr>
        </p:nvSpPr>
        <p:spPr>
          <a:xfrm>
            <a:off x="389930" y="1006137"/>
            <a:ext cx="11410091" cy="410668"/>
          </a:xfrm>
        </p:spPr>
        <p:txBody>
          <a:bodyPr>
            <a:noAutofit/>
          </a:bodyPr>
          <a:lstStyle>
            <a:lvl1pPr marL="0" indent="0">
              <a:lnSpc>
                <a:spcPts val="2737"/>
              </a:lnSpc>
              <a:buNone/>
              <a:defRPr sz="2000" baseline="0"/>
            </a:lvl1pPr>
          </a:lstStyle>
          <a:p>
            <a:pPr lvl="0"/>
            <a:r>
              <a:rPr lang="en-GB" noProof="0"/>
              <a:t>Subheading</a:t>
            </a:r>
          </a:p>
        </p:txBody>
      </p:sp>
      <p:sp>
        <p:nvSpPr>
          <p:cNvPr id="30" name="Nadpis 2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en-GB" noProof="0"/>
              <a:t>Headline Text (Page Message)</a:t>
            </a:r>
          </a:p>
        </p:txBody>
      </p:sp>
    </p:spTree>
    <p:extLst>
      <p:ext uri="{BB962C8B-B14F-4D97-AF65-F5344CB8AC3E}">
        <p14:creationId xmlns:p14="http://schemas.microsoft.com/office/powerpoint/2010/main" val="3422317603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1EDC-0885-5949-8D5F-26BEA9ACDA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en-GB"/>
              <a:t>[Four column content]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F121B4-F4F4-5843-B0C7-2A4152DA26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72B1-BE0F-5944-8DBF-912E1BB0E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6FF29-CB77-A443-B41E-0EFF7DBD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Porsche | Modern Luxury - Audience Planning Manual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43DD903-9463-5D4C-A330-E7775B23EE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1650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B42B4511-CF2C-BE4C-B3AD-82A30E00D9F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26175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37FC795B-2038-104B-906E-FCCA3CA455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63913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DA15C8-2C16-8240-91D7-2806F449854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86850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</p:spTree>
    <p:extLst>
      <p:ext uri="{BB962C8B-B14F-4D97-AF65-F5344CB8AC3E}">
        <p14:creationId xmlns:p14="http://schemas.microsoft.com/office/powerpoint/2010/main" val="143847012"/>
      </p:ext>
    </p:extLst>
  </p:cSld>
  <p:clrMapOvr>
    <a:masterClrMapping/>
  </p:clrMapOvr>
  <p:transition spd="med"/>
  <p:hf sldNum="0" hdr="0" ftr="0" dt="0"/>
  <p:extLst>
    <p:ext uri="{DCECCB84-F9BA-43D5-87BE-67443E8EF086}">
      <p15:sldGuideLst xmlns:p15="http://schemas.microsoft.com/office/powerpoint/2012/main">
        <p15:guide id="1" orient="horz" pos="1198">
          <p15:clr>
            <a:srgbClr val="FBAE40"/>
          </p15:clr>
        </p15:guide>
        <p15:guide id="2" pos="3758">
          <p15:clr>
            <a:srgbClr val="FBAE40"/>
          </p15:clr>
        </p15:guide>
        <p15:guide id="3" pos="3922">
          <p15:clr>
            <a:srgbClr val="FBAE40"/>
          </p15:clr>
        </p15:guide>
        <p15:guide id="4" pos="1956">
          <p15:clr>
            <a:srgbClr val="FBAE40"/>
          </p15:clr>
        </p15:guide>
        <p15:guide id="5" pos="5564">
          <p15:clr>
            <a:srgbClr val="FBAE40"/>
          </p15:clr>
        </p15:guide>
        <p15:guide id="6" pos="2116">
          <p15:clr>
            <a:srgbClr val="FBAE40"/>
          </p15:clr>
        </p15:guide>
        <p15:guide id="7" pos="572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4890102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5"/>
          </p:nvPr>
        </p:nvSpPr>
        <p:spPr bwMode="gray">
          <a:xfrm>
            <a:off x="380670" y="1524284"/>
            <a:ext cx="8001469" cy="45714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E06E7D-B6FA-45B6-BAC5-48D084D0824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1A240B-4718-4FF1-8AC3-03A503AC5812}"/>
              </a:ext>
            </a:extLst>
          </p:cNvPr>
          <p:cNvSpPr>
            <a:spLocks noGrp="1"/>
          </p:cNvSpPr>
          <p:nvPr>
            <p:ph type="dt" sz="half" idx="26"/>
          </p:nvPr>
        </p:nvSpPr>
        <p:spPr bwMode="gray"/>
        <p:txBody>
          <a:bodyPr/>
          <a:lstStyle/>
          <a:p>
            <a:pPr>
              <a:defRPr/>
            </a:pPr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4F161-A480-4B56-9079-BFDB837A2B17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 bwMode="gray"/>
        <p:txBody>
          <a:bodyPr/>
          <a:lstStyle/>
          <a:p>
            <a:pPr>
              <a:defRPr/>
            </a:pPr>
            <a:r>
              <a:rPr lang="en-US"/>
              <a:t>Porsche | Modern Luxury - Audience Planning Manual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191EB-D249-41BF-9D6B-80504B2736D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noProof="0" smtClean="0"/>
              <a:pPr>
                <a:defRPr/>
              </a:pPr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7817281"/>
      </p:ext>
    </p:extLst>
  </p:cSld>
  <p:clrMapOvr>
    <a:masterClrMapping/>
  </p:clrMapOvr>
  <p:transition>
    <p:fade/>
  </p:transition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3182342"/>
            <a:ext cx="9711992" cy="1415772"/>
          </a:xfrm>
        </p:spPr>
        <p:txBody>
          <a:bodyPr wrap="square" anchor="b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6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Title of the chapter</a:t>
            </a:r>
            <a:br>
              <a:rPr lang="en-GB" noProof="0"/>
            </a:br>
            <a:r>
              <a:rPr lang="en-GB" noProof="0"/>
              <a:t>in maximum three lines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5" y="4797247"/>
            <a:ext cx="9711992" cy="286617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10000"/>
              </a:lnSpc>
              <a:defRPr sz="1800" b="0" i="0">
                <a:solidFill>
                  <a:schemeClr val="bg1"/>
                </a:solidFill>
                <a:latin typeface="Audi Type Extended" panose="020B0505040200000003" pitchFamily="34" charset="0"/>
                <a:ea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the chapter</a:t>
            </a:r>
          </a:p>
        </p:txBody>
      </p:sp>
    </p:spTree>
    <p:extLst>
      <p:ext uri="{BB962C8B-B14F-4D97-AF65-F5344CB8AC3E}">
        <p14:creationId xmlns:p14="http://schemas.microsoft.com/office/powerpoint/2010/main" val="2255149221"/>
      </p:ext>
    </p:extLst>
  </p:cSld>
  <p:clrMapOvr>
    <a:masterClrMapping/>
  </p:clrMapOvr>
  <p:transition>
    <p:fade/>
  </p:transition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C3A492-7EF5-6152-6F0B-1B339D363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3E34C49-F11C-33D2-15B4-F65E1759F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1DF3AA-309F-6572-DA2E-AC162521C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9503-BC19-2F41-A8B4-E3F41FB0C30D}" type="datetimeFigureOut">
              <a:rPr lang="de-DE" smtClean="0"/>
              <a:t>07.05.2026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2C63E0-D750-6015-B230-27F6DE87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603794-6A9D-88AD-C7F6-3C0EEB8D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2FB73-9D8F-9244-B30B-33CF311D0A6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4078797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nfang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74254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/>
              <a:t>Action-Title (Kernbotschaft der Folie, 1- oder 2-zeilig)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/>
              <a:t>03 March 2025</a:t>
            </a:r>
          </a:p>
        </p:txBody>
      </p:sp>
    </p:spTree>
    <p:extLst>
      <p:ext uri="{BB962C8B-B14F-4D97-AF65-F5344CB8AC3E}">
        <p14:creationId xmlns:p14="http://schemas.microsoft.com/office/powerpoint/2010/main" val="3344899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sv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34218822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7" imgW="499" imgH="499" progId="TCLayout.ActiveDocument.1">
                  <p:embed/>
                </p:oleObj>
              </mc:Choice>
              <mc:Fallback>
                <p:oleObj name="think-cell Folie" r:id="rId37" imgW="499" imgH="499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089243-AEFC-46DD-A4D1-6E9C3B06B9D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11449050" cy="64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noProof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84A26D-4900-46A0-925C-C599678EA91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12875"/>
            <a:ext cx="11449050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9" name="Creation date_modification date" hidden="1">
            <a:extLst>
              <a:ext uri="{FF2B5EF4-FFF2-40B4-BE49-F238E27FC236}">
                <a16:creationId xmlns:a16="http://schemas.microsoft.com/office/drawing/2014/main" id="{1DC0E4E7-4D63-47C4-B948-491C889790ED}"/>
              </a:ext>
            </a:extLst>
          </p:cNvPr>
          <p:cNvSpPr txBox="1"/>
          <p:nvPr/>
        </p:nvSpPr>
        <p:spPr bwMode="gray">
          <a:xfrm>
            <a:off x="371475" y="6400800"/>
            <a:ext cx="3960000" cy="9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/>
              <a:t>Erstellungsdatum 30.09.19  |  Änderungsdatum 22.11.19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E2CED391-D210-450E-8606-73EE474E9DCF}"/>
              </a:ext>
            </a:extLst>
          </p:cNvPr>
          <p:cNvSpPr txBox="1"/>
          <p:nvPr/>
        </p:nvSpPr>
        <p:spPr bwMode="gray">
          <a:xfrm>
            <a:off x="11244525" y="6505200"/>
            <a:ext cx="576000" cy="1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9FA1C4-EA79-42FD-80B7-E488052EC212}" type="slidenum">
              <a:rPr lang="en-US" sz="800" b="0" noProof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‹#›</a:t>
            </a:fld>
            <a:endParaRPr lang="en-US" sz="800" b="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Confidential" hidden="1">
            <a:extLst>
              <a:ext uri="{FF2B5EF4-FFF2-40B4-BE49-F238E27FC236}">
                <a16:creationId xmlns:a16="http://schemas.microsoft.com/office/drawing/2014/main" id="{BB712A40-BE90-4DFC-8429-C00E69DF6B03}"/>
              </a:ext>
            </a:extLst>
          </p:cNvPr>
          <p:cNvSpPr txBox="1"/>
          <p:nvPr/>
        </p:nvSpPr>
        <p:spPr bwMode="gray">
          <a:xfrm>
            <a:off x="9277200" y="6505200"/>
            <a:ext cx="16272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000" b="1" err="1">
                <a:solidFill>
                  <a:schemeClr val="accent6"/>
                </a:solidFill>
              </a:rPr>
              <a:t>Confidential</a:t>
            </a:r>
            <a:endParaRPr lang="en-US" sz="1000" b="1">
              <a:solidFill>
                <a:schemeClr val="accent6"/>
              </a:solidFill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C95F3F5D-38BA-4D76-B060-DCB97784843B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506541" y="6513480"/>
            <a:ext cx="1178918" cy="9144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C6BD22E-7778-13FC-9688-1992A8C96B0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18609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  <p:sldLayoutId id="2147483713" r:id="rId3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54" userDrawn="1">
          <p15:clr>
            <a:srgbClr val="F26B43"/>
          </p15:clr>
        </p15:guide>
        <p15:guide id="8" pos="234" userDrawn="1">
          <p15:clr>
            <a:srgbClr val="F26B43"/>
          </p15:clr>
        </p15:guide>
        <p15:guide id="9" pos="7446" userDrawn="1">
          <p15:clr>
            <a:srgbClr val="F26B43"/>
          </p15:clr>
        </p15:guide>
        <p15:guide id="10" orient="horz" pos="890" userDrawn="1">
          <p15:clr>
            <a:srgbClr val="F26B43"/>
          </p15:clr>
        </p15:guide>
        <p15:guide id="11" orient="horz" pos="3702" userDrawn="1">
          <p15:clr>
            <a:srgbClr val="F26B43"/>
          </p15:clr>
        </p15:guide>
        <p15:guide id="12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22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B6ADDBA6-871F-670B-D90D-6108A5A9BC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980622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DDBA6-871F-670B-D90D-6108A5A9BC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" name="Rechteck 275">
            <a:extLst>
              <a:ext uri="{FF2B5EF4-FFF2-40B4-BE49-F238E27FC236}">
                <a16:creationId xmlns:a16="http://schemas.microsoft.com/office/drawing/2014/main" id="{0601E21E-A80F-B66B-A409-466D5850528A}"/>
              </a:ext>
            </a:extLst>
          </p:cNvPr>
          <p:cNvSpPr/>
          <p:nvPr/>
        </p:nvSpPr>
        <p:spPr>
          <a:xfrm>
            <a:off x="424207" y="1078719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31730CC7-8D27-2F10-43BF-0434B2D98979}"/>
              </a:ext>
            </a:extLst>
          </p:cNvPr>
          <p:cNvSpPr/>
          <p:nvPr/>
        </p:nvSpPr>
        <p:spPr>
          <a:xfrm>
            <a:off x="424207" y="6099492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21EC4702-C771-07EE-B66B-FAC71D6E13A1}"/>
              </a:ext>
            </a:extLst>
          </p:cNvPr>
          <p:cNvSpPr/>
          <p:nvPr/>
        </p:nvSpPr>
        <p:spPr>
          <a:xfrm>
            <a:off x="424207" y="551548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4" name="Rechteck 263">
            <a:extLst>
              <a:ext uri="{FF2B5EF4-FFF2-40B4-BE49-F238E27FC236}">
                <a16:creationId xmlns:a16="http://schemas.microsoft.com/office/drawing/2014/main" id="{16D76902-3FA5-1F1F-0F1F-7B543E930608}"/>
              </a:ext>
            </a:extLst>
          </p:cNvPr>
          <p:cNvSpPr/>
          <p:nvPr/>
        </p:nvSpPr>
        <p:spPr>
          <a:xfrm>
            <a:off x="424207" y="4971031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AF12C5D-7AC9-84BB-E0D8-A2A152CF9407}"/>
              </a:ext>
            </a:extLst>
          </p:cNvPr>
          <p:cNvSpPr/>
          <p:nvPr/>
        </p:nvSpPr>
        <p:spPr>
          <a:xfrm>
            <a:off x="424207" y="441534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EA71A90-5AAA-2E40-9B4F-4875B36E6BA7}"/>
              </a:ext>
            </a:extLst>
          </p:cNvPr>
          <p:cNvSpPr/>
          <p:nvPr/>
        </p:nvSpPr>
        <p:spPr>
          <a:xfrm>
            <a:off x="424207" y="385703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70259E9-EB96-550A-D0C1-562736A103C9}"/>
              </a:ext>
            </a:extLst>
          </p:cNvPr>
          <p:cNvSpPr/>
          <p:nvPr/>
        </p:nvSpPr>
        <p:spPr>
          <a:xfrm>
            <a:off x="424207" y="3301409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6C735CD-9DC4-DED4-8448-063A3DD165FC}"/>
              </a:ext>
            </a:extLst>
          </p:cNvPr>
          <p:cNvSpPr/>
          <p:nvPr/>
        </p:nvSpPr>
        <p:spPr>
          <a:xfrm>
            <a:off x="424207" y="2756954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6FAC6E5-8387-E2DB-1579-1A44B5B831BE}"/>
              </a:ext>
            </a:extLst>
          </p:cNvPr>
          <p:cNvSpPr/>
          <p:nvPr/>
        </p:nvSpPr>
        <p:spPr>
          <a:xfrm>
            <a:off x="424207" y="2198644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4F301B8-7CF8-E93F-722D-BBBDC59B0962}"/>
              </a:ext>
            </a:extLst>
          </p:cNvPr>
          <p:cNvSpPr/>
          <p:nvPr/>
        </p:nvSpPr>
        <p:spPr>
          <a:xfrm>
            <a:off x="424207" y="1643017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6502F1-B3DB-35DD-EA0B-4828E80B6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451116"/>
              </p:ext>
            </p:extLst>
          </p:nvPr>
        </p:nvGraphicFramePr>
        <p:xfrm>
          <a:off x="427604" y="597787"/>
          <a:ext cx="11336792" cy="5730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0197">
                  <a:extLst>
                    <a:ext uri="{9D8B030D-6E8A-4147-A177-3AD203B41FA5}">
                      <a16:colId xmlns:a16="http://schemas.microsoft.com/office/drawing/2014/main" val="350878269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80237735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2124021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143442063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26066178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13618348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95891022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4007227311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3294106252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690892672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935115811"/>
                    </a:ext>
                  </a:extLst>
                </a:gridCol>
                <a:gridCol w="994625">
                  <a:extLst>
                    <a:ext uri="{9D8B030D-6E8A-4147-A177-3AD203B41FA5}">
                      <a16:colId xmlns:a16="http://schemas.microsoft.com/office/drawing/2014/main" val="2350997759"/>
                    </a:ext>
                  </a:extLst>
                </a:gridCol>
              </a:tblGrid>
              <a:tr h="437088">
                <a:tc>
                  <a:txBody>
                    <a:bodyPr/>
                    <a:lstStyle/>
                    <a:p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Market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Google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Google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Inventory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Bing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Facebook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Facebook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Inventory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Tiktok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LinkedIn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Pinterest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DV360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Amazon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Direct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Buys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024105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Global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6755553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PD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85279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PCNA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1084031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0884722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PCGB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983265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PCH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444761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PIB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363667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PIT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3409848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PNO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2074876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POF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5081887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PPL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6966555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 dirty="0">
                          <a:solidFill>
                            <a:schemeClr val="bg1"/>
                          </a:solidFill>
                        </a:rPr>
                        <a:t>PAP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9089867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957762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PKO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7570626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PLA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2895830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PME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2340031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PSG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9437283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PTW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8495209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 dirty="0">
                          <a:solidFill>
                            <a:schemeClr val="bg1"/>
                          </a:solidFill>
                        </a:rPr>
                        <a:t>PCEE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9246225"/>
                  </a:ext>
                </a:extLst>
              </a:tr>
            </a:tbl>
          </a:graphicData>
        </a:graphic>
      </p:graphicFrame>
      <p:sp>
        <p:nvSpPr>
          <p:cNvPr id="7" name="Ellipse 6">
            <a:extLst>
              <a:ext uri="{FF2B5EF4-FFF2-40B4-BE49-F238E27FC236}">
                <a16:creationId xmlns:a16="http://schemas.microsoft.com/office/drawing/2014/main" id="{DF8E9CC0-E3A0-5AF4-55FB-F2904ACC7527}"/>
              </a:ext>
            </a:extLst>
          </p:cNvPr>
          <p:cNvSpPr/>
          <p:nvPr/>
        </p:nvSpPr>
        <p:spPr>
          <a:xfrm>
            <a:off x="1732473" y="1394185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Ellipse 24">
            <a:extLst>
              <a:ext uri="{FF2B5EF4-FFF2-40B4-BE49-F238E27FC236}">
                <a16:creationId xmlns:a16="http://schemas.microsoft.com/office/drawing/2014/main" id="{904ADBF0-EFC2-3AAC-357D-8E3150EF4E94}"/>
              </a:ext>
            </a:extLst>
          </p:cNvPr>
          <p:cNvSpPr/>
          <p:nvPr/>
        </p:nvSpPr>
        <p:spPr>
          <a:xfrm>
            <a:off x="1732473" y="1653263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Ellipse 1030">
            <a:extLst>
              <a:ext uri="{FF2B5EF4-FFF2-40B4-BE49-F238E27FC236}">
                <a16:creationId xmlns:a16="http://schemas.microsoft.com/office/drawing/2014/main" id="{23009F03-D63B-E657-073D-DE28A4D100F8}"/>
              </a:ext>
            </a:extLst>
          </p:cNvPr>
          <p:cNvSpPr/>
          <p:nvPr/>
        </p:nvSpPr>
        <p:spPr>
          <a:xfrm>
            <a:off x="1732473" y="1952602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Ellipse 1044">
            <a:extLst>
              <a:ext uri="{FF2B5EF4-FFF2-40B4-BE49-F238E27FC236}">
                <a16:creationId xmlns:a16="http://schemas.microsoft.com/office/drawing/2014/main" id="{10C6019D-C27B-D20E-FD42-5E2112798EC5}"/>
              </a:ext>
            </a:extLst>
          </p:cNvPr>
          <p:cNvSpPr/>
          <p:nvPr/>
        </p:nvSpPr>
        <p:spPr>
          <a:xfrm>
            <a:off x="1732473" y="2220736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Ellipse 1055">
            <a:extLst>
              <a:ext uri="{FF2B5EF4-FFF2-40B4-BE49-F238E27FC236}">
                <a16:creationId xmlns:a16="http://schemas.microsoft.com/office/drawing/2014/main" id="{B4B580D4-3D00-0F85-B5B6-F2ACD25F9B04}"/>
              </a:ext>
            </a:extLst>
          </p:cNvPr>
          <p:cNvSpPr/>
          <p:nvPr/>
        </p:nvSpPr>
        <p:spPr>
          <a:xfrm>
            <a:off x="1732473" y="2491369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Ellipse 1066">
            <a:extLst>
              <a:ext uri="{FF2B5EF4-FFF2-40B4-BE49-F238E27FC236}">
                <a16:creationId xmlns:a16="http://schemas.microsoft.com/office/drawing/2014/main" id="{DB212C55-EE47-DAFC-3E04-DA86CDD776E0}"/>
              </a:ext>
            </a:extLst>
          </p:cNvPr>
          <p:cNvSpPr/>
          <p:nvPr/>
        </p:nvSpPr>
        <p:spPr>
          <a:xfrm>
            <a:off x="1732473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Ellipse 1077">
            <a:extLst>
              <a:ext uri="{FF2B5EF4-FFF2-40B4-BE49-F238E27FC236}">
                <a16:creationId xmlns:a16="http://schemas.microsoft.com/office/drawing/2014/main" id="{9351EA68-FFB3-621A-B458-ADD20879E0BB}"/>
              </a:ext>
            </a:extLst>
          </p:cNvPr>
          <p:cNvSpPr/>
          <p:nvPr/>
        </p:nvSpPr>
        <p:spPr>
          <a:xfrm>
            <a:off x="1732473" y="3056236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Ellipse 1088">
            <a:extLst>
              <a:ext uri="{FF2B5EF4-FFF2-40B4-BE49-F238E27FC236}">
                <a16:creationId xmlns:a16="http://schemas.microsoft.com/office/drawing/2014/main" id="{B7FA1617-B6A8-72D4-9081-537C2D015370}"/>
              </a:ext>
            </a:extLst>
          </p:cNvPr>
          <p:cNvSpPr/>
          <p:nvPr/>
        </p:nvSpPr>
        <p:spPr>
          <a:xfrm>
            <a:off x="1732473" y="3318510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Ellipse 1099">
            <a:extLst>
              <a:ext uri="{FF2B5EF4-FFF2-40B4-BE49-F238E27FC236}">
                <a16:creationId xmlns:a16="http://schemas.microsoft.com/office/drawing/2014/main" id="{02B97AD3-1F8D-76A3-38F8-56536488D2C5}"/>
              </a:ext>
            </a:extLst>
          </p:cNvPr>
          <p:cNvSpPr/>
          <p:nvPr/>
        </p:nvSpPr>
        <p:spPr>
          <a:xfrm>
            <a:off x="1732473" y="3603566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" name="Ellipse 1110">
            <a:extLst>
              <a:ext uri="{FF2B5EF4-FFF2-40B4-BE49-F238E27FC236}">
                <a16:creationId xmlns:a16="http://schemas.microsoft.com/office/drawing/2014/main" id="{0687F7DC-2B27-6029-EC14-1A0FF267B0BA}"/>
              </a:ext>
            </a:extLst>
          </p:cNvPr>
          <p:cNvSpPr/>
          <p:nvPr/>
        </p:nvSpPr>
        <p:spPr>
          <a:xfrm>
            <a:off x="1732473" y="388452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" name="Ellipse 1132">
            <a:extLst>
              <a:ext uri="{FF2B5EF4-FFF2-40B4-BE49-F238E27FC236}">
                <a16:creationId xmlns:a16="http://schemas.microsoft.com/office/drawing/2014/main" id="{3A6A1898-D14A-1AC1-FF98-A438FA33C5E6}"/>
              </a:ext>
            </a:extLst>
          </p:cNvPr>
          <p:cNvSpPr/>
          <p:nvPr/>
        </p:nvSpPr>
        <p:spPr>
          <a:xfrm>
            <a:off x="1732473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Ellipse 1176">
            <a:extLst>
              <a:ext uri="{FF2B5EF4-FFF2-40B4-BE49-F238E27FC236}">
                <a16:creationId xmlns:a16="http://schemas.microsoft.com/office/drawing/2014/main" id="{D6CAE240-579A-3F39-32B7-6B1DD9CAF2B3}"/>
              </a:ext>
            </a:extLst>
          </p:cNvPr>
          <p:cNvSpPr/>
          <p:nvPr/>
        </p:nvSpPr>
        <p:spPr>
          <a:xfrm>
            <a:off x="1732473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" name="Ellipse 7">
            <a:extLst>
              <a:ext uri="{FF2B5EF4-FFF2-40B4-BE49-F238E27FC236}">
                <a16:creationId xmlns:a16="http://schemas.microsoft.com/office/drawing/2014/main" id="{5A9CF2DC-5E4E-08BE-2FCC-5B6F13CFE94C}"/>
              </a:ext>
            </a:extLst>
          </p:cNvPr>
          <p:cNvSpPr/>
          <p:nvPr/>
        </p:nvSpPr>
        <p:spPr>
          <a:xfrm>
            <a:off x="2706340" y="1394185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" name="Ellipse 25">
            <a:extLst>
              <a:ext uri="{FF2B5EF4-FFF2-40B4-BE49-F238E27FC236}">
                <a16:creationId xmlns:a16="http://schemas.microsoft.com/office/drawing/2014/main" id="{99C765C3-2CB4-BD18-CA66-00AC5B847A8F}"/>
              </a:ext>
            </a:extLst>
          </p:cNvPr>
          <p:cNvSpPr/>
          <p:nvPr/>
        </p:nvSpPr>
        <p:spPr>
          <a:xfrm>
            <a:off x="2706340" y="165326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" name="Ellipse 1032">
            <a:extLst>
              <a:ext uri="{FF2B5EF4-FFF2-40B4-BE49-F238E27FC236}">
                <a16:creationId xmlns:a16="http://schemas.microsoft.com/office/drawing/2014/main" id="{92E9ED04-697A-31F1-3C54-41F817063C32}"/>
              </a:ext>
            </a:extLst>
          </p:cNvPr>
          <p:cNvSpPr/>
          <p:nvPr/>
        </p:nvSpPr>
        <p:spPr>
          <a:xfrm>
            <a:off x="2706340" y="1952602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Ellipse 1045">
            <a:extLst>
              <a:ext uri="{FF2B5EF4-FFF2-40B4-BE49-F238E27FC236}">
                <a16:creationId xmlns:a16="http://schemas.microsoft.com/office/drawing/2014/main" id="{D8907CD8-00BA-5B66-DDFA-C637E5CF786D}"/>
              </a:ext>
            </a:extLst>
          </p:cNvPr>
          <p:cNvSpPr/>
          <p:nvPr/>
        </p:nvSpPr>
        <p:spPr>
          <a:xfrm>
            <a:off x="2706340" y="22207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Ellipse 1056">
            <a:extLst>
              <a:ext uri="{FF2B5EF4-FFF2-40B4-BE49-F238E27FC236}">
                <a16:creationId xmlns:a16="http://schemas.microsoft.com/office/drawing/2014/main" id="{A5B1DA8A-5EB2-0A2D-390D-C7D8DF7C8716}"/>
              </a:ext>
            </a:extLst>
          </p:cNvPr>
          <p:cNvSpPr/>
          <p:nvPr/>
        </p:nvSpPr>
        <p:spPr>
          <a:xfrm>
            <a:off x="2706340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1" name="Ellipse 1067">
            <a:extLst>
              <a:ext uri="{FF2B5EF4-FFF2-40B4-BE49-F238E27FC236}">
                <a16:creationId xmlns:a16="http://schemas.microsoft.com/office/drawing/2014/main" id="{928A22F2-52FF-71C5-99D0-26830D76E77C}"/>
              </a:ext>
            </a:extLst>
          </p:cNvPr>
          <p:cNvSpPr/>
          <p:nvPr/>
        </p:nvSpPr>
        <p:spPr>
          <a:xfrm>
            <a:off x="2706340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2" name="Ellipse 1078">
            <a:extLst>
              <a:ext uri="{FF2B5EF4-FFF2-40B4-BE49-F238E27FC236}">
                <a16:creationId xmlns:a16="http://schemas.microsoft.com/office/drawing/2014/main" id="{A8151FF5-3E4F-633C-CA1E-01769EDEFE4C}"/>
              </a:ext>
            </a:extLst>
          </p:cNvPr>
          <p:cNvSpPr/>
          <p:nvPr/>
        </p:nvSpPr>
        <p:spPr>
          <a:xfrm>
            <a:off x="2706340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3" name="Ellipse 1089">
            <a:extLst>
              <a:ext uri="{FF2B5EF4-FFF2-40B4-BE49-F238E27FC236}">
                <a16:creationId xmlns:a16="http://schemas.microsoft.com/office/drawing/2014/main" id="{0E3EE52F-0D0C-05B7-D2A6-3DE714DCABF3}"/>
              </a:ext>
            </a:extLst>
          </p:cNvPr>
          <p:cNvSpPr/>
          <p:nvPr/>
        </p:nvSpPr>
        <p:spPr>
          <a:xfrm>
            <a:off x="2706340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4" name="Ellipse 1100">
            <a:extLst>
              <a:ext uri="{FF2B5EF4-FFF2-40B4-BE49-F238E27FC236}">
                <a16:creationId xmlns:a16="http://schemas.microsoft.com/office/drawing/2014/main" id="{F7570EE8-D622-2022-2C04-B1D1835D9114}"/>
              </a:ext>
            </a:extLst>
          </p:cNvPr>
          <p:cNvSpPr/>
          <p:nvPr/>
        </p:nvSpPr>
        <p:spPr>
          <a:xfrm>
            <a:off x="2706340" y="3603566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5" name="Ellipse 1111">
            <a:extLst>
              <a:ext uri="{FF2B5EF4-FFF2-40B4-BE49-F238E27FC236}">
                <a16:creationId xmlns:a16="http://schemas.microsoft.com/office/drawing/2014/main" id="{4AEC3413-A4F8-CA2E-AFB7-EB281D690EF4}"/>
              </a:ext>
            </a:extLst>
          </p:cNvPr>
          <p:cNvSpPr/>
          <p:nvPr/>
        </p:nvSpPr>
        <p:spPr>
          <a:xfrm>
            <a:off x="2706340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6" name="Ellipse 1122">
            <a:extLst>
              <a:ext uri="{FF2B5EF4-FFF2-40B4-BE49-F238E27FC236}">
                <a16:creationId xmlns:a16="http://schemas.microsoft.com/office/drawing/2014/main" id="{C9260318-CC9C-53D4-E542-81A84C2A06A3}"/>
              </a:ext>
            </a:extLst>
          </p:cNvPr>
          <p:cNvSpPr/>
          <p:nvPr/>
        </p:nvSpPr>
        <p:spPr>
          <a:xfrm>
            <a:off x="2706340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7" name="Ellipse 1133">
            <a:extLst>
              <a:ext uri="{FF2B5EF4-FFF2-40B4-BE49-F238E27FC236}">
                <a16:creationId xmlns:a16="http://schemas.microsoft.com/office/drawing/2014/main" id="{286EBB68-18ED-E8A8-7989-989F9A6D1221}"/>
              </a:ext>
            </a:extLst>
          </p:cNvPr>
          <p:cNvSpPr/>
          <p:nvPr/>
        </p:nvSpPr>
        <p:spPr>
          <a:xfrm>
            <a:off x="2706340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8" name="Ellipse 1144">
            <a:extLst>
              <a:ext uri="{FF2B5EF4-FFF2-40B4-BE49-F238E27FC236}">
                <a16:creationId xmlns:a16="http://schemas.microsoft.com/office/drawing/2014/main" id="{43324EF6-73C3-45F3-A677-2B5DE05634C7}"/>
              </a:ext>
            </a:extLst>
          </p:cNvPr>
          <p:cNvSpPr/>
          <p:nvPr/>
        </p:nvSpPr>
        <p:spPr>
          <a:xfrm>
            <a:off x="2706340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9" name="Ellipse 1155">
            <a:extLst>
              <a:ext uri="{FF2B5EF4-FFF2-40B4-BE49-F238E27FC236}">
                <a16:creationId xmlns:a16="http://schemas.microsoft.com/office/drawing/2014/main" id="{35DEBF68-9C42-7B82-5217-FBA3B6BE78D0}"/>
              </a:ext>
            </a:extLst>
          </p:cNvPr>
          <p:cNvSpPr/>
          <p:nvPr/>
        </p:nvSpPr>
        <p:spPr>
          <a:xfrm>
            <a:off x="2706340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0" name="Ellipse 1166">
            <a:extLst>
              <a:ext uri="{FF2B5EF4-FFF2-40B4-BE49-F238E27FC236}">
                <a16:creationId xmlns:a16="http://schemas.microsoft.com/office/drawing/2014/main" id="{03DFDDB3-0FB6-6447-35BE-C0BF490DF893}"/>
              </a:ext>
            </a:extLst>
          </p:cNvPr>
          <p:cNvSpPr/>
          <p:nvPr/>
        </p:nvSpPr>
        <p:spPr>
          <a:xfrm>
            <a:off x="2706340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1" name="Ellipse 1177">
            <a:extLst>
              <a:ext uri="{FF2B5EF4-FFF2-40B4-BE49-F238E27FC236}">
                <a16:creationId xmlns:a16="http://schemas.microsoft.com/office/drawing/2014/main" id="{ED6BE948-6CEB-F005-3D1D-9AFD184D8184}"/>
              </a:ext>
            </a:extLst>
          </p:cNvPr>
          <p:cNvSpPr/>
          <p:nvPr/>
        </p:nvSpPr>
        <p:spPr>
          <a:xfrm>
            <a:off x="2706340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2" name="Ellipse 1188">
            <a:extLst>
              <a:ext uri="{FF2B5EF4-FFF2-40B4-BE49-F238E27FC236}">
                <a16:creationId xmlns:a16="http://schemas.microsoft.com/office/drawing/2014/main" id="{265E5F94-01DC-BFFB-9912-B71F1FF9B7C4}"/>
              </a:ext>
            </a:extLst>
          </p:cNvPr>
          <p:cNvSpPr/>
          <p:nvPr/>
        </p:nvSpPr>
        <p:spPr>
          <a:xfrm>
            <a:off x="2706340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4" name="Ellipse 1229">
            <a:extLst>
              <a:ext uri="{FF2B5EF4-FFF2-40B4-BE49-F238E27FC236}">
                <a16:creationId xmlns:a16="http://schemas.microsoft.com/office/drawing/2014/main" id="{60C929BC-16D3-CD62-7D23-F85957EFF87E}"/>
              </a:ext>
            </a:extLst>
          </p:cNvPr>
          <p:cNvSpPr/>
          <p:nvPr/>
        </p:nvSpPr>
        <p:spPr>
          <a:xfrm>
            <a:off x="2706340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5" name="Ellipse 8">
            <a:extLst>
              <a:ext uri="{FF2B5EF4-FFF2-40B4-BE49-F238E27FC236}">
                <a16:creationId xmlns:a16="http://schemas.microsoft.com/office/drawing/2014/main" id="{CE3DE70D-C53F-9E7D-5227-D63CADEC3A74}"/>
              </a:ext>
            </a:extLst>
          </p:cNvPr>
          <p:cNvSpPr/>
          <p:nvPr/>
        </p:nvSpPr>
        <p:spPr>
          <a:xfrm>
            <a:off x="3657546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6" name="Ellipse 26">
            <a:extLst>
              <a:ext uri="{FF2B5EF4-FFF2-40B4-BE49-F238E27FC236}">
                <a16:creationId xmlns:a16="http://schemas.microsoft.com/office/drawing/2014/main" id="{D7F42F93-7AA6-3D71-F844-2C9A25B6C6E6}"/>
              </a:ext>
            </a:extLst>
          </p:cNvPr>
          <p:cNvSpPr/>
          <p:nvPr/>
        </p:nvSpPr>
        <p:spPr>
          <a:xfrm>
            <a:off x="3657546" y="1653263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7" name="Ellipse 1034">
            <a:extLst>
              <a:ext uri="{FF2B5EF4-FFF2-40B4-BE49-F238E27FC236}">
                <a16:creationId xmlns:a16="http://schemas.microsoft.com/office/drawing/2014/main" id="{47F3E8E4-1DBB-58DD-1A8B-A9C2A5A08750}"/>
              </a:ext>
            </a:extLst>
          </p:cNvPr>
          <p:cNvSpPr/>
          <p:nvPr/>
        </p:nvSpPr>
        <p:spPr>
          <a:xfrm>
            <a:off x="3657546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8" name="Ellipse 1046">
            <a:extLst>
              <a:ext uri="{FF2B5EF4-FFF2-40B4-BE49-F238E27FC236}">
                <a16:creationId xmlns:a16="http://schemas.microsoft.com/office/drawing/2014/main" id="{80ADDB28-D8B8-6961-D0D8-E56A9EF328C9}"/>
              </a:ext>
            </a:extLst>
          </p:cNvPr>
          <p:cNvSpPr/>
          <p:nvPr/>
        </p:nvSpPr>
        <p:spPr>
          <a:xfrm>
            <a:off x="3657546" y="22207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9" name="Ellipse 1057">
            <a:extLst>
              <a:ext uri="{FF2B5EF4-FFF2-40B4-BE49-F238E27FC236}">
                <a16:creationId xmlns:a16="http://schemas.microsoft.com/office/drawing/2014/main" id="{77A798E8-3FE3-BD80-70AC-08BC3C3D5FBC}"/>
              </a:ext>
            </a:extLst>
          </p:cNvPr>
          <p:cNvSpPr/>
          <p:nvPr/>
        </p:nvSpPr>
        <p:spPr>
          <a:xfrm>
            <a:off x="3657546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0" name="Ellipse 1068">
            <a:extLst>
              <a:ext uri="{FF2B5EF4-FFF2-40B4-BE49-F238E27FC236}">
                <a16:creationId xmlns:a16="http://schemas.microsoft.com/office/drawing/2014/main" id="{7F4C7ED1-92D6-B4E3-EF8C-3811857AD2FE}"/>
              </a:ext>
            </a:extLst>
          </p:cNvPr>
          <p:cNvSpPr/>
          <p:nvPr/>
        </p:nvSpPr>
        <p:spPr>
          <a:xfrm>
            <a:off x="3657546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1" name="Ellipse 1079">
            <a:extLst>
              <a:ext uri="{FF2B5EF4-FFF2-40B4-BE49-F238E27FC236}">
                <a16:creationId xmlns:a16="http://schemas.microsoft.com/office/drawing/2014/main" id="{F94CE477-3161-F947-42AB-3075EE2244A5}"/>
              </a:ext>
            </a:extLst>
          </p:cNvPr>
          <p:cNvSpPr/>
          <p:nvPr/>
        </p:nvSpPr>
        <p:spPr>
          <a:xfrm>
            <a:off x="3657546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2" name="Ellipse 1090">
            <a:extLst>
              <a:ext uri="{FF2B5EF4-FFF2-40B4-BE49-F238E27FC236}">
                <a16:creationId xmlns:a16="http://schemas.microsoft.com/office/drawing/2014/main" id="{3A3D9CE8-AD43-8C88-7972-CC42043E1B87}"/>
              </a:ext>
            </a:extLst>
          </p:cNvPr>
          <p:cNvSpPr/>
          <p:nvPr/>
        </p:nvSpPr>
        <p:spPr>
          <a:xfrm>
            <a:off x="3657546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3" name="Ellipse 1101">
            <a:extLst>
              <a:ext uri="{FF2B5EF4-FFF2-40B4-BE49-F238E27FC236}">
                <a16:creationId xmlns:a16="http://schemas.microsoft.com/office/drawing/2014/main" id="{9BF12AD8-3F32-F653-AA77-ECD356735CC3}"/>
              </a:ext>
            </a:extLst>
          </p:cNvPr>
          <p:cNvSpPr/>
          <p:nvPr/>
        </p:nvSpPr>
        <p:spPr>
          <a:xfrm>
            <a:off x="3657546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4" name="Ellipse 1112">
            <a:extLst>
              <a:ext uri="{FF2B5EF4-FFF2-40B4-BE49-F238E27FC236}">
                <a16:creationId xmlns:a16="http://schemas.microsoft.com/office/drawing/2014/main" id="{16F036DE-6CBA-102E-6E59-B1753361DB49}"/>
              </a:ext>
            </a:extLst>
          </p:cNvPr>
          <p:cNvSpPr/>
          <p:nvPr/>
        </p:nvSpPr>
        <p:spPr>
          <a:xfrm>
            <a:off x="3657546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5" name="Ellipse 1123">
            <a:extLst>
              <a:ext uri="{FF2B5EF4-FFF2-40B4-BE49-F238E27FC236}">
                <a16:creationId xmlns:a16="http://schemas.microsoft.com/office/drawing/2014/main" id="{DD97B6AC-73B9-A624-D642-5BDFB9B01DA5}"/>
              </a:ext>
            </a:extLst>
          </p:cNvPr>
          <p:cNvSpPr/>
          <p:nvPr/>
        </p:nvSpPr>
        <p:spPr>
          <a:xfrm>
            <a:off x="3657546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6" name="Ellipse 1134">
            <a:extLst>
              <a:ext uri="{FF2B5EF4-FFF2-40B4-BE49-F238E27FC236}">
                <a16:creationId xmlns:a16="http://schemas.microsoft.com/office/drawing/2014/main" id="{F12A2976-10F1-CB74-73FC-B2E682AE990F}"/>
              </a:ext>
            </a:extLst>
          </p:cNvPr>
          <p:cNvSpPr/>
          <p:nvPr/>
        </p:nvSpPr>
        <p:spPr>
          <a:xfrm>
            <a:off x="3657546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7" name="Ellipse 1145">
            <a:extLst>
              <a:ext uri="{FF2B5EF4-FFF2-40B4-BE49-F238E27FC236}">
                <a16:creationId xmlns:a16="http://schemas.microsoft.com/office/drawing/2014/main" id="{A8FA6D60-1C45-0C0D-7E53-E1A7FD9F3CBE}"/>
              </a:ext>
            </a:extLst>
          </p:cNvPr>
          <p:cNvSpPr/>
          <p:nvPr/>
        </p:nvSpPr>
        <p:spPr>
          <a:xfrm>
            <a:off x="3657546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8" name="Ellipse 1156">
            <a:extLst>
              <a:ext uri="{FF2B5EF4-FFF2-40B4-BE49-F238E27FC236}">
                <a16:creationId xmlns:a16="http://schemas.microsoft.com/office/drawing/2014/main" id="{94AD21BF-82F5-0C99-99BC-54368FCC3854}"/>
              </a:ext>
            </a:extLst>
          </p:cNvPr>
          <p:cNvSpPr/>
          <p:nvPr/>
        </p:nvSpPr>
        <p:spPr>
          <a:xfrm>
            <a:off x="3657546" y="4982942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9" name="Ellipse 1167">
            <a:extLst>
              <a:ext uri="{FF2B5EF4-FFF2-40B4-BE49-F238E27FC236}">
                <a16:creationId xmlns:a16="http://schemas.microsoft.com/office/drawing/2014/main" id="{0C65F540-3647-88DE-4F42-A9CBDDC1CED6}"/>
              </a:ext>
            </a:extLst>
          </p:cNvPr>
          <p:cNvSpPr/>
          <p:nvPr/>
        </p:nvSpPr>
        <p:spPr>
          <a:xfrm>
            <a:off x="3657546" y="5271516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0" name="Ellipse 1178">
            <a:extLst>
              <a:ext uri="{FF2B5EF4-FFF2-40B4-BE49-F238E27FC236}">
                <a16:creationId xmlns:a16="http://schemas.microsoft.com/office/drawing/2014/main" id="{623A13F3-8154-5819-D4BC-4070A095FC0A}"/>
              </a:ext>
            </a:extLst>
          </p:cNvPr>
          <p:cNvSpPr/>
          <p:nvPr/>
        </p:nvSpPr>
        <p:spPr>
          <a:xfrm>
            <a:off x="3657546" y="5544770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1" name="Ellipse 1189">
            <a:extLst>
              <a:ext uri="{FF2B5EF4-FFF2-40B4-BE49-F238E27FC236}">
                <a16:creationId xmlns:a16="http://schemas.microsoft.com/office/drawing/2014/main" id="{CACAF571-A44A-6048-BF81-B6042F6AAEA0}"/>
              </a:ext>
            </a:extLst>
          </p:cNvPr>
          <p:cNvSpPr/>
          <p:nvPr/>
        </p:nvSpPr>
        <p:spPr>
          <a:xfrm>
            <a:off x="3657546" y="5829240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3" name="Ellipse 1230">
            <a:extLst>
              <a:ext uri="{FF2B5EF4-FFF2-40B4-BE49-F238E27FC236}">
                <a16:creationId xmlns:a16="http://schemas.microsoft.com/office/drawing/2014/main" id="{3B1C2F51-87AA-B66E-D2A9-C0C81C6155B2}"/>
              </a:ext>
            </a:extLst>
          </p:cNvPr>
          <p:cNvSpPr/>
          <p:nvPr/>
        </p:nvSpPr>
        <p:spPr>
          <a:xfrm>
            <a:off x="3657546" y="6102579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4" name="Ellipse 18">
            <a:extLst>
              <a:ext uri="{FF2B5EF4-FFF2-40B4-BE49-F238E27FC236}">
                <a16:creationId xmlns:a16="http://schemas.microsoft.com/office/drawing/2014/main" id="{3C4C26E3-9CBA-67C0-4D3E-B30128FE0380}"/>
              </a:ext>
            </a:extLst>
          </p:cNvPr>
          <p:cNvSpPr/>
          <p:nvPr/>
        </p:nvSpPr>
        <p:spPr>
          <a:xfrm>
            <a:off x="5518499" y="1394185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5" name="Ellipse 29">
            <a:extLst>
              <a:ext uri="{FF2B5EF4-FFF2-40B4-BE49-F238E27FC236}">
                <a16:creationId xmlns:a16="http://schemas.microsoft.com/office/drawing/2014/main" id="{5D80D8AB-05C4-43BC-A746-BCB4FEB5143D}"/>
              </a:ext>
            </a:extLst>
          </p:cNvPr>
          <p:cNvSpPr/>
          <p:nvPr/>
        </p:nvSpPr>
        <p:spPr>
          <a:xfrm>
            <a:off x="5518499" y="165326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6" name="Ellipse 1038">
            <a:extLst>
              <a:ext uri="{FF2B5EF4-FFF2-40B4-BE49-F238E27FC236}">
                <a16:creationId xmlns:a16="http://schemas.microsoft.com/office/drawing/2014/main" id="{534BA051-B1E4-AA1C-CD47-7F7AB461C566}"/>
              </a:ext>
            </a:extLst>
          </p:cNvPr>
          <p:cNvSpPr/>
          <p:nvPr/>
        </p:nvSpPr>
        <p:spPr>
          <a:xfrm>
            <a:off x="5518499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3" name="Ellipse 1115">
            <a:extLst>
              <a:ext uri="{FF2B5EF4-FFF2-40B4-BE49-F238E27FC236}">
                <a16:creationId xmlns:a16="http://schemas.microsoft.com/office/drawing/2014/main" id="{9FA797DC-4F91-F39A-FEE4-6C46041FF319}"/>
              </a:ext>
            </a:extLst>
          </p:cNvPr>
          <p:cNvSpPr/>
          <p:nvPr/>
        </p:nvSpPr>
        <p:spPr>
          <a:xfrm>
            <a:off x="5518499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4" name="Ellipse 1126">
            <a:extLst>
              <a:ext uri="{FF2B5EF4-FFF2-40B4-BE49-F238E27FC236}">
                <a16:creationId xmlns:a16="http://schemas.microsoft.com/office/drawing/2014/main" id="{590FD6C1-E4FA-8B1A-AC99-693AC92C7877}"/>
              </a:ext>
            </a:extLst>
          </p:cNvPr>
          <p:cNvSpPr/>
          <p:nvPr/>
        </p:nvSpPr>
        <p:spPr>
          <a:xfrm>
            <a:off x="5518499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5" name="Ellipse 1137">
            <a:extLst>
              <a:ext uri="{FF2B5EF4-FFF2-40B4-BE49-F238E27FC236}">
                <a16:creationId xmlns:a16="http://schemas.microsoft.com/office/drawing/2014/main" id="{216E1809-46D4-1A18-B0D0-DB7C9AD7982D}"/>
              </a:ext>
            </a:extLst>
          </p:cNvPr>
          <p:cNvSpPr/>
          <p:nvPr/>
        </p:nvSpPr>
        <p:spPr>
          <a:xfrm>
            <a:off x="5518499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6" name="Ellipse 1148">
            <a:extLst>
              <a:ext uri="{FF2B5EF4-FFF2-40B4-BE49-F238E27FC236}">
                <a16:creationId xmlns:a16="http://schemas.microsoft.com/office/drawing/2014/main" id="{6A925F26-2DC3-55EE-1BC6-F473450E44B6}"/>
              </a:ext>
            </a:extLst>
          </p:cNvPr>
          <p:cNvSpPr/>
          <p:nvPr/>
        </p:nvSpPr>
        <p:spPr>
          <a:xfrm>
            <a:off x="5518499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7" name="Ellipse 1159">
            <a:extLst>
              <a:ext uri="{FF2B5EF4-FFF2-40B4-BE49-F238E27FC236}">
                <a16:creationId xmlns:a16="http://schemas.microsoft.com/office/drawing/2014/main" id="{E9F0DB3A-0B74-50D3-6AD4-4B55986C9FD9}"/>
              </a:ext>
            </a:extLst>
          </p:cNvPr>
          <p:cNvSpPr/>
          <p:nvPr/>
        </p:nvSpPr>
        <p:spPr>
          <a:xfrm>
            <a:off x="5518499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1" name="Ellipse 1221">
            <a:extLst>
              <a:ext uri="{FF2B5EF4-FFF2-40B4-BE49-F238E27FC236}">
                <a16:creationId xmlns:a16="http://schemas.microsoft.com/office/drawing/2014/main" id="{696731CE-0DD1-CCA9-F5AC-E5CDB33EBD06}"/>
              </a:ext>
            </a:extLst>
          </p:cNvPr>
          <p:cNvSpPr/>
          <p:nvPr/>
        </p:nvSpPr>
        <p:spPr>
          <a:xfrm>
            <a:off x="5518499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3" name="Ellipse 15">
            <a:extLst>
              <a:ext uri="{FF2B5EF4-FFF2-40B4-BE49-F238E27FC236}">
                <a16:creationId xmlns:a16="http://schemas.microsoft.com/office/drawing/2014/main" id="{4CFF54D7-C52B-2A76-C338-D22FDE6D9AE7}"/>
              </a:ext>
            </a:extLst>
          </p:cNvPr>
          <p:cNvSpPr/>
          <p:nvPr/>
        </p:nvSpPr>
        <p:spPr>
          <a:xfrm flipH="1">
            <a:off x="6443846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4" name="Ellipse 27">
            <a:extLst>
              <a:ext uri="{FF2B5EF4-FFF2-40B4-BE49-F238E27FC236}">
                <a16:creationId xmlns:a16="http://schemas.microsoft.com/office/drawing/2014/main" id="{154CBE1D-C236-F9C6-85FF-F6338B651B5B}"/>
              </a:ext>
            </a:extLst>
          </p:cNvPr>
          <p:cNvSpPr/>
          <p:nvPr/>
        </p:nvSpPr>
        <p:spPr>
          <a:xfrm flipH="1">
            <a:off x="6443846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5" name="Ellipse 1036">
            <a:extLst>
              <a:ext uri="{FF2B5EF4-FFF2-40B4-BE49-F238E27FC236}">
                <a16:creationId xmlns:a16="http://schemas.microsoft.com/office/drawing/2014/main" id="{D6CD706F-CAE4-5D60-1A67-80BCD4888DD5}"/>
              </a:ext>
            </a:extLst>
          </p:cNvPr>
          <p:cNvSpPr/>
          <p:nvPr/>
        </p:nvSpPr>
        <p:spPr>
          <a:xfrm flipH="1">
            <a:off x="6443846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2" name="Ellipse 1113">
            <a:extLst>
              <a:ext uri="{FF2B5EF4-FFF2-40B4-BE49-F238E27FC236}">
                <a16:creationId xmlns:a16="http://schemas.microsoft.com/office/drawing/2014/main" id="{5E1AC6A8-CA08-8A5A-474E-0553BF74BD25}"/>
              </a:ext>
            </a:extLst>
          </p:cNvPr>
          <p:cNvSpPr/>
          <p:nvPr/>
        </p:nvSpPr>
        <p:spPr>
          <a:xfrm flipH="1">
            <a:off x="6443846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3" name="Ellipse 1124">
            <a:extLst>
              <a:ext uri="{FF2B5EF4-FFF2-40B4-BE49-F238E27FC236}">
                <a16:creationId xmlns:a16="http://schemas.microsoft.com/office/drawing/2014/main" id="{8BA6933C-0996-65B8-C1EE-87F4FEDEB9CE}"/>
              </a:ext>
            </a:extLst>
          </p:cNvPr>
          <p:cNvSpPr/>
          <p:nvPr/>
        </p:nvSpPr>
        <p:spPr>
          <a:xfrm flipH="1">
            <a:off x="6443846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4" name="Ellipse 1135">
            <a:extLst>
              <a:ext uri="{FF2B5EF4-FFF2-40B4-BE49-F238E27FC236}">
                <a16:creationId xmlns:a16="http://schemas.microsoft.com/office/drawing/2014/main" id="{BDCD9FEE-9056-C65E-77EA-19F751E577F8}"/>
              </a:ext>
            </a:extLst>
          </p:cNvPr>
          <p:cNvSpPr/>
          <p:nvPr/>
        </p:nvSpPr>
        <p:spPr>
          <a:xfrm flipH="1">
            <a:off x="6443846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5" name="Ellipse 1146">
            <a:extLst>
              <a:ext uri="{FF2B5EF4-FFF2-40B4-BE49-F238E27FC236}">
                <a16:creationId xmlns:a16="http://schemas.microsoft.com/office/drawing/2014/main" id="{05E557E8-C8E0-07D4-A0C8-7ECFE59558FF}"/>
              </a:ext>
            </a:extLst>
          </p:cNvPr>
          <p:cNvSpPr/>
          <p:nvPr/>
        </p:nvSpPr>
        <p:spPr>
          <a:xfrm flipH="1">
            <a:off x="6443846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6" name="Ellipse 1157">
            <a:extLst>
              <a:ext uri="{FF2B5EF4-FFF2-40B4-BE49-F238E27FC236}">
                <a16:creationId xmlns:a16="http://schemas.microsoft.com/office/drawing/2014/main" id="{9C69CCAF-7A92-4ED4-2B26-09F08168E6F7}"/>
              </a:ext>
            </a:extLst>
          </p:cNvPr>
          <p:cNvSpPr/>
          <p:nvPr/>
        </p:nvSpPr>
        <p:spPr>
          <a:xfrm flipH="1">
            <a:off x="6443846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2" name="Ellipse 19">
            <a:extLst>
              <a:ext uri="{FF2B5EF4-FFF2-40B4-BE49-F238E27FC236}">
                <a16:creationId xmlns:a16="http://schemas.microsoft.com/office/drawing/2014/main" id="{953A7EDC-7371-4A41-CF79-ECB55B8CB32C}"/>
              </a:ext>
            </a:extLst>
          </p:cNvPr>
          <p:cNvSpPr/>
          <p:nvPr/>
        </p:nvSpPr>
        <p:spPr>
          <a:xfrm flipH="1">
            <a:off x="7377054" y="1394185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3" name="Ellipse 20">
            <a:extLst>
              <a:ext uri="{FF2B5EF4-FFF2-40B4-BE49-F238E27FC236}">
                <a16:creationId xmlns:a16="http://schemas.microsoft.com/office/drawing/2014/main" id="{D5C2A459-1301-4952-DA85-3CB38DFC1646}"/>
              </a:ext>
            </a:extLst>
          </p:cNvPr>
          <p:cNvSpPr/>
          <p:nvPr/>
        </p:nvSpPr>
        <p:spPr>
          <a:xfrm flipH="1">
            <a:off x="8337599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4" name="Ellipse 21">
            <a:extLst>
              <a:ext uri="{FF2B5EF4-FFF2-40B4-BE49-F238E27FC236}">
                <a16:creationId xmlns:a16="http://schemas.microsoft.com/office/drawing/2014/main" id="{23F19C02-EF30-3EA9-50C2-3833D6265E68}"/>
              </a:ext>
            </a:extLst>
          </p:cNvPr>
          <p:cNvSpPr/>
          <p:nvPr/>
        </p:nvSpPr>
        <p:spPr>
          <a:xfrm flipH="1">
            <a:off x="9306324" y="1394185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5" name="Ellipse 30">
            <a:extLst>
              <a:ext uri="{FF2B5EF4-FFF2-40B4-BE49-F238E27FC236}">
                <a16:creationId xmlns:a16="http://schemas.microsoft.com/office/drawing/2014/main" id="{231350B0-587C-F909-340E-9BD084B55DBF}"/>
              </a:ext>
            </a:extLst>
          </p:cNvPr>
          <p:cNvSpPr/>
          <p:nvPr/>
        </p:nvSpPr>
        <p:spPr>
          <a:xfrm flipH="1">
            <a:off x="7377054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6" name="Ellipse 1023">
            <a:extLst>
              <a:ext uri="{FF2B5EF4-FFF2-40B4-BE49-F238E27FC236}">
                <a16:creationId xmlns:a16="http://schemas.microsoft.com/office/drawing/2014/main" id="{591B6EF2-8088-C868-D2E2-8AC151698BD0}"/>
              </a:ext>
            </a:extLst>
          </p:cNvPr>
          <p:cNvSpPr/>
          <p:nvPr/>
        </p:nvSpPr>
        <p:spPr>
          <a:xfrm flipH="1">
            <a:off x="8337599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7" name="Ellipse 1024">
            <a:extLst>
              <a:ext uri="{FF2B5EF4-FFF2-40B4-BE49-F238E27FC236}">
                <a16:creationId xmlns:a16="http://schemas.microsoft.com/office/drawing/2014/main" id="{CE02E5DC-B21B-32B5-5C25-0CAC1D70D8FE}"/>
              </a:ext>
            </a:extLst>
          </p:cNvPr>
          <p:cNvSpPr/>
          <p:nvPr/>
        </p:nvSpPr>
        <p:spPr>
          <a:xfrm flipH="1">
            <a:off x="9306324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8" name="Ellipse 1039">
            <a:extLst>
              <a:ext uri="{FF2B5EF4-FFF2-40B4-BE49-F238E27FC236}">
                <a16:creationId xmlns:a16="http://schemas.microsoft.com/office/drawing/2014/main" id="{799E8907-18A7-D70C-3463-B78784AD9F74}"/>
              </a:ext>
            </a:extLst>
          </p:cNvPr>
          <p:cNvSpPr/>
          <p:nvPr/>
        </p:nvSpPr>
        <p:spPr>
          <a:xfrm flipH="1">
            <a:off x="7377054" y="1952602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9" name="Ellipse 1040">
            <a:extLst>
              <a:ext uri="{FF2B5EF4-FFF2-40B4-BE49-F238E27FC236}">
                <a16:creationId xmlns:a16="http://schemas.microsoft.com/office/drawing/2014/main" id="{AEF415DD-DD27-5053-C64A-ADCEF7324BAE}"/>
              </a:ext>
            </a:extLst>
          </p:cNvPr>
          <p:cNvSpPr/>
          <p:nvPr/>
        </p:nvSpPr>
        <p:spPr>
          <a:xfrm flipH="1">
            <a:off x="8337599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0" name="Ellipse 1041">
            <a:extLst>
              <a:ext uri="{FF2B5EF4-FFF2-40B4-BE49-F238E27FC236}">
                <a16:creationId xmlns:a16="http://schemas.microsoft.com/office/drawing/2014/main" id="{6D6754D2-EF29-CBA5-B56C-B3F9B9609ED0}"/>
              </a:ext>
            </a:extLst>
          </p:cNvPr>
          <p:cNvSpPr/>
          <p:nvPr/>
        </p:nvSpPr>
        <p:spPr>
          <a:xfrm flipH="1">
            <a:off x="9306324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3" name="Ellipse 1052">
            <a:extLst>
              <a:ext uri="{FF2B5EF4-FFF2-40B4-BE49-F238E27FC236}">
                <a16:creationId xmlns:a16="http://schemas.microsoft.com/office/drawing/2014/main" id="{DE970D74-8D06-47B1-4CBF-43DD88409243}"/>
              </a:ext>
            </a:extLst>
          </p:cNvPr>
          <p:cNvSpPr/>
          <p:nvPr/>
        </p:nvSpPr>
        <p:spPr>
          <a:xfrm flipH="1">
            <a:off x="9306324" y="2220736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6" name="Ellipse 1063">
            <a:extLst>
              <a:ext uri="{FF2B5EF4-FFF2-40B4-BE49-F238E27FC236}">
                <a16:creationId xmlns:a16="http://schemas.microsoft.com/office/drawing/2014/main" id="{5F4C1B44-4A88-38DB-D219-62BCD0E5723E}"/>
              </a:ext>
            </a:extLst>
          </p:cNvPr>
          <p:cNvSpPr/>
          <p:nvPr/>
        </p:nvSpPr>
        <p:spPr>
          <a:xfrm flipH="1">
            <a:off x="9306324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7" name="Ellipse 1072">
            <a:extLst>
              <a:ext uri="{FF2B5EF4-FFF2-40B4-BE49-F238E27FC236}">
                <a16:creationId xmlns:a16="http://schemas.microsoft.com/office/drawing/2014/main" id="{D2401106-1366-CF82-5D35-E3F046C4E5F9}"/>
              </a:ext>
            </a:extLst>
          </p:cNvPr>
          <p:cNvSpPr/>
          <p:nvPr/>
        </p:nvSpPr>
        <p:spPr>
          <a:xfrm flipH="1">
            <a:off x="7377054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9" name="Ellipse 1074">
            <a:extLst>
              <a:ext uri="{FF2B5EF4-FFF2-40B4-BE49-F238E27FC236}">
                <a16:creationId xmlns:a16="http://schemas.microsoft.com/office/drawing/2014/main" id="{DF2B87AD-822C-169C-FABA-9D5065F6FFBC}"/>
              </a:ext>
            </a:extLst>
          </p:cNvPr>
          <p:cNvSpPr/>
          <p:nvPr/>
        </p:nvSpPr>
        <p:spPr>
          <a:xfrm flipH="1">
            <a:off x="9306324" y="2767083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2" name="Ellipse 1085">
            <a:extLst>
              <a:ext uri="{FF2B5EF4-FFF2-40B4-BE49-F238E27FC236}">
                <a16:creationId xmlns:a16="http://schemas.microsoft.com/office/drawing/2014/main" id="{2F454FE1-7944-C989-59A0-D38224144613}"/>
              </a:ext>
            </a:extLst>
          </p:cNvPr>
          <p:cNvSpPr/>
          <p:nvPr/>
        </p:nvSpPr>
        <p:spPr>
          <a:xfrm flipH="1">
            <a:off x="9306324" y="30562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6" name="Ellipse 1105">
            <a:extLst>
              <a:ext uri="{FF2B5EF4-FFF2-40B4-BE49-F238E27FC236}">
                <a16:creationId xmlns:a16="http://schemas.microsoft.com/office/drawing/2014/main" id="{ED8DF949-1800-B55D-8A2D-0DA00CE2572E}"/>
              </a:ext>
            </a:extLst>
          </p:cNvPr>
          <p:cNvSpPr/>
          <p:nvPr/>
        </p:nvSpPr>
        <p:spPr>
          <a:xfrm flipH="1">
            <a:off x="7377054" y="3603566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7" name="Ellipse 1106">
            <a:extLst>
              <a:ext uri="{FF2B5EF4-FFF2-40B4-BE49-F238E27FC236}">
                <a16:creationId xmlns:a16="http://schemas.microsoft.com/office/drawing/2014/main" id="{1D48F1D5-B71F-FA73-4045-5DB325A7EDFB}"/>
              </a:ext>
            </a:extLst>
          </p:cNvPr>
          <p:cNvSpPr/>
          <p:nvPr/>
        </p:nvSpPr>
        <p:spPr>
          <a:xfrm flipH="1">
            <a:off x="8337599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8" name="Ellipse 1107">
            <a:extLst>
              <a:ext uri="{FF2B5EF4-FFF2-40B4-BE49-F238E27FC236}">
                <a16:creationId xmlns:a16="http://schemas.microsoft.com/office/drawing/2014/main" id="{40F053CF-CF76-459C-B476-2C0A218C4A06}"/>
              </a:ext>
            </a:extLst>
          </p:cNvPr>
          <p:cNvSpPr/>
          <p:nvPr/>
        </p:nvSpPr>
        <p:spPr>
          <a:xfrm flipH="1">
            <a:off x="9306324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9" name="Ellipse 1116">
            <a:extLst>
              <a:ext uri="{FF2B5EF4-FFF2-40B4-BE49-F238E27FC236}">
                <a16:creationId xmlns:a16="http://schemas.microsoft.com/office/drawing/2014/main" id="{1B9A1A6B-5947-C8B5-AF1D-F6232FA1E22C}"/>
              </a:ext>
            </a:extLst>
          </p:cNvPr>
          <p:cNvSpPr/>
          <p:nvPr/>
        </p:nvSpPr>
        <p:spPr>
          <a:xfrm flipH="1">
            <a:off x="7377054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0" name="Ellipse 1117">
            <a:extLst>
              <a:ext uri="{FF2B5EF4-FFF2-40B4-BE49-F238E27FC236}">
                <a16:creationId xmlns:a16="http://schemas.microsoft.com/office/drawing/2014/main" id="{1C745B9D-A5CC-C328-5C84-76D1A0DB00AF}"/>
              </a:ext>
            </a:extLst>
          </p:cNvPr>
          <p:cNvSpPr/>
          <p:nvPr/>
        </p:nvSpPr>
        <p:spPr>
          <a:xfrm flipH="1">
            <a:off x="8337599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1" name="Ellipse 1118">
            <a:extLst>
              <a:ext uri="{FF2B5EF4-FFF2-40B4-BE49-F238E27FC236}">
                <a16:creationId xmlns:a16="http://schemas.microsoft.com/office/drawing/2014/main" id="{BCE68960-E0CC-0A2D-3A44-0C8D002C247D}"/>
              </a:ext>
            </a:extLst>
          </p:cNvPr>
          <p:cNvSpPr/>
          <p:nvPr/>
        </p:nvSpPr>
        <p:spPr>
          <a:xfrm flipH="1">
            <a:off x="9306324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2" name="Ellipse 1127">
            <a:extLst>
              <a:ext uri="{FF2B5EF4-FFF2-40B4-BE49-F238E27FC236}">
                <a16:creationId xmlns:a16="http://schemas.microsoft.com/office/drawing/2014/main" id="{FAC898E2-EA1D-EC1A-6288-BD1E417018B4}"/>
              </a:ext>
            </a:extLst>
          </p:cNvPr>
          <p:cNvSpPr/>
          <p:nvPr/>
        </p:nvSpPr>
        <p:spPr>
          <a:xfrm flipH="1">
            <a:off x="7377054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3" name="Ellipse 1128">
            <a:extLst>
              <a:ext uri="{FF2B5EF4-FFF2-40B4-BE49-F238E27FC236}">
                <a16:creationId xmlns:a16="http://schemas.microsoft.com/office/drawing/2014/main" id="{81216BDF-D8BA-C01C-3050-B3EE42DFE036}"/>
              </a:ext>
            </a:extLst>
          </p:cNvPr>
          <p:cNvSpPr/>
          <p:nvPr/>
        </p:nvSpPr>
        <p:spPr>
          <a:xfrm flipH="1">
            <a:off x="8337599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4" name="Ellipse 1129">
            <a:extLst>
              <a:ext uri="{FF2B5EF4-FFF2-40B4-BE49-F238E27FC236}">
                <a16:creationId xmlns:a16="http://schemas.microsoft.com/office/drawing/2014/main" id="{9F2BCF1D-1EB8-39B5-E35B-34D2781130C5}"/>
              </a:ext>
            </a:extLst>
          </p:cNvPr>
          <p:cNvSpPr/>
          <p:nvPr/>
        </p:nvSpPr>
        <p:spPr>
          <a:xfrm flipH="1">
            <a:off x="9306324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5" name="Ellipse 1138">
            <a:extLst>
              <a:ext uri="{FF2B5EF4-FFF2-40B4-BE49-F238E27FC236}">
                <a16:creationId xmlns:a16="http://schemas.microsoft.com/office/drawing/2014/main" id="{ECAD2CE0-E8DD-225B-A265-6FF0FB83FA65}"/>
              </a:ext>
            </a:extLst>
          </p:cNvPr>
          <p:cNvSpPr/>
          <p:nvPr/>
        </p:nvSpPr>
        <p:spPr>
          <a:xfrm flipH="1">
            <a:off x="7377054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6" name="Ellipse 1139">
            <a:extLst>
              <a:ext uri="{FF2B5EF4-FFF2-40B4-BE49-F238E27FC236}">
                <a16:creationId xmlns:a16="http://schemas.microsoft.com/office/drawing/2014/main" id="{D4E87A20-73A0-3656-2F45-5069AF40C119}"/>
              </a:ext>
            </a:extLst>
          </p:cNvPr>
          <p:cNvSpPr/>
          <p:nvPr/>
        </p:nvSpPr>
        <p:spPr>
          <a:xfrm flipH="1">
            <a:off x="8337599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7" name="Ellipse 1140">
            <a:extLst>
              <a:ext uri="{FF2B5EF4-FFF2-40B4-BE49-F238E27FC236}">
                <a16:creationId xmlns:a16="http://schemas.microsoft.com/office/drawing/2014/main" id="{DBCB773A-0D48-814C-1C2B-D5428D4242A2}"/>
              </a:ext>
            </a:extLst>
          </p:cNvPr>
          <p:cNvSpPr/>
          <p:nvPr/>
        </p:nvSpPr>
        <p:spPr>
          <a:xfrm flipH="1">
            <a:off x="9306324" y="4436508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8" name="Ellipse 1149">
            <a:extLst>
              <a:ext uri="{FF2B5EF4-FFF2-40B4-BE49-F238E27FC236}">
                <a16:creationId xmlns:a16="http://schemas.microsoft.com/office/drawing/2014/main" id="{D5BF4C9F-138D-4597-ACBA-BBAEA511E8A6}"/>
              </a:ext>
            </a:extLst>
          </p:cNvPr>
          <p:cNvSpPr/>
          <p:nvPr/>
        </p:nvSpPr>
        <p:spPr>
          <a:xfrm flipH="1">
            <a:off x="7377054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9" name="Ellipse 1150">
            <a:extLst>
              <a:ext uri="{FF2B5EF4-FFF2-40B4-BE49-F238E27FC236}">
                <a16:creationId xmlns:a16="http://schemas.microsoft.com/office/drawing/2014/main" id="{6E27113B-EA55-84DE-71E8-E706F3A83BFC}"/>
              </a:ext>
            </a:extLst>
          </p:cNvPr>
          <p:cNvSpPr/>
          <p:nvPr/>
        </p:nvSpPr>
        <p:spPr>
          <a:xfrm flipH="1">
            <a:off x="8337599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0" name="Ellipse 1151">
            <a:extLst>
              <a:ext uri="{FF2B5EF4-FFF2-40B4-BE49-F238E27FC236}">
                <a16:creationId xmlns:a16="http://schemas.microsoft.com/office/drawing/2014/main" id="{BDA13716-5E8B-EDD2-AA49-8963A46425F6}"/>
              </a:ext>
            </a:extLst>
          </p:cNvPr>
          <p:cNvSpPr/>
          <p:nvPr/>
        </p:nvSpPr>
        <p:spPr>
          <a:xfrm flipH="1">
            <a:off x="9306324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1" name="Ellipse 1160">
            <a:extLst>
              <a:ext uri="{FF2B5EF4-FFF2-40B4-BE49-F238E27FC236}">
                <a16:creationId xmlns:a16="http://schemas.microsoft.com/office/drawing/2014/main" id="{B4F14A1A-2CA0-7712-E5DE-13A10F23E500}"/>
              </a:ext>
            </a:extLst>
          </p:cNvPr>
          <p:cNvSpPr/>
          <p:nvPr/>
        </p:nvSpPr>
        <p:spPr>
          <a:xfrm flipH="1">
            <a:off x="7377054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2" name="Ellipse 1161">
            <a:extLst>
              <a:ext uri="{FF2B5EF4-FFF2-40B4-BE49-F238E27FC236}">
                <a16:creationId xmlns:a16="http://schemas.microsoft.com/office/drawing/2014/main" id="{796DFBF8-4626-8A28-2322-A626F0732934}"/>
              </a:ext>
            </a:extLst>
          </p:cNvPr>
          <p:cNvSpPr/>
          <p:nvPr/>
        </p:nvSpPr>
        <p:spPr>
          <a:xfrm flipH="1">
            <a:off x="8337599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3" name="Ellipse 1162">
            <a:extLst>
              <a:ext uri="{FF2B5EF4-FFF2-40B4-BE49-F238E27FC236}">
                <a16:creationId xmlns:a16="http://schemas.microsoft.com/office/drawing/2014/main" id="{1A118D26-CB94-7F62-9F14-B71F5BF933E0}"/>
              </a:ext>
            </a:extLst>
          </p:cNvPr>
          <p:cNvSpPr/>
          <p:nvPr/>
        </p:nvSpPr>
        <p:spPr>
          <a:xfrm flipH="1">
            <a:off x="9306324" y="4982942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9" name="Ellipse 1184">
            <a:extLst>
              <a:ext uri="{FF2B5EF4-FFF2-40B4-BE49-F238E27FC236}">
                <a16:creationId xmlns:a16="http://schemas.microsoft.com/office/drawing/2014/main" id="{46FFA39A-521F-3B59-9F7D-4C99A76466CC}"/>
              </a:ext>
            </a:extLst>
          </p:cNvPr>
          <p:cNvSpPr/>
          <p:nvPr/>
        </p:nvSpPr>
        <p:spPr>
          <a:xfrm flipH="1">
            <a:off x="9306324" y="554477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2" name="Ellipse 1195">
            <a:extLst>
              <a:ext uri="{FF2B5EF4-FFF2-40B4-BE49-F238E27FC236}">
                <a16:creationId xmlns:a16="http://schemas.microsoft.com/office/drawing/2014/main" id="{22840513-9579-5B6F-9CC5-FAB44530AD9E}"/>
              </a:ext>
            </a:extLst>
          </p:cNvPr>
          <p:cNvSpPr/>
          <p:nvPr/>
        </p:nvSpPr>
        <p:spPr>
          <a:xfrm flipH="1">
            <a:off x="9306324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3" name="Ellipse 1222">
            <a:extLst>
              <a:ext uri="{FF2B5EF4-FFF2-40B4-BE49-F238E27FC236}">
                <a16:creationId xmlns:a16="http://schemas.microsoft.com/office/drawing/2014/main" id="{A39744BF-D8E7-0714-A325-801A65D787B2}"/>
              </a:ext>
            </a:extLst>
          </p:cNvPr>
          <p:cNvSpPr/>
          <p:nvPr/>
        </p:nvSpPr>
        <p:spPr>
          <a:xfrm flipH="1">
            <a:off x="7377054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4" name="Ellipse 1223">
            <a:extLst>
              <a:ext uri="{FF2B5EF4-FFF2-40B4-BE49-F238E27FC236}">
                <a16:creationId xmlns:a16="http://schemas.microsoft.com/office/drawing/2014/main" id="{4D9F20D8-5F48-A04C-DB54-67442EFB19F4}"/>
              </a:ext>
            </a:extLst>
          </p:cNvPr>
          <p:cNvSpPr/>
          <p:nvPr/>
        </p:nvSpPr>
        <p:spPr>
          <a:xfrm flipH="1">
            <a:off x="8337599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5" name="Ellipse 1224">
            <a:extLst>
              <a:ext uri="{FF2B5EF4-FFF2-40B4-BE49-F238E27FC236}">
                <a16:creationId xmlns:a16="http://schemas.microsoft.com/office/drawing/2014/main" id="{D72B2307-7F0A-BE10-B340-36C619785ECA}"/>
              </a:ext>
            </a:extLst>
          </p:cNvPr>
          <p:cNvSpPr/>
          <p:nvPr/>
        </p:nvSpPr>
        <p:spPr>
          <a:xfrm flipH="1">
            <a:off x="9306324" y="1106140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7" name="Ellipse 1235">
            <a:extLst>
              <a:ext uri="{FF2B5EF4-FFF2-40B4-BE49-F238E27FC236}">
                <a16:creationId xmlns:a16="http://schemas.microsoft.com/office/drawing/2014/main" id="{64BC8F33-EC73-F8E6-E53C-82F0A4BD74DB}"/>
              </a:ext>
            </a:extLst>
          </p:cNvPr>
          <p:cNvSpPr/>
          <p:nvPr/>
        </p:nvSpPr>
        <p:spPr>
          <a:xfrm flipH="1">
            <a:off x="8337599" y="610257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9" name="Ellipse 22">
            <a:extLst>
              <a:ext uri="{FF2B5EF4-FFF2-40B4-BE49-F238E27FC236}">
                <a16:creationId xmlns:a16="http://schemas.microsoft.com/office/drawing/2014/main" id="{E280CCD3-D31D-CA87-8F23-6748BDE76C3F}"/>
              </a:ext>
            </a:extLst>
          </p:cNvPr>
          <p:cNvSpPr/>
          <p:nvPr/>
        </p:nvSpPr>
        <p:spPr>
          <a:xfrm flipH="1">
            <a:off x="10274362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0" name="Ellipse 23">
            <a:extLst>
              <a:ext uri="{FF2B5EF4-FFF2-40B4-BE49-F238E27FC236}">
                <a16:creationId xmlns:a16="http://schemas.microsoft.com/office/drawing/2014/main" id="{EA6C5A28-8D87-1ED7-5E0C-47614391BA14}"/>
              </a:ext>
            </a:extLst>
          </p:cNvPr>
          <p:cNvSpPr/>
          <p:nvPr/>
        </p:nvSpPr>
        <p:spPr>
          <a:xfrm flipH="1">
            <a:off x="11231368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1" name="Ellipse 1026">
            <a:extLst>
              <a:ext uri="{FF2B5EF4-FFF2-40B4-BE49-F238E27FC236}">
                <a16:creationId xmlns:a16="http://schemas.microsoft.com/office/drawing/2014/main" id="{469C627F-6CEE-1A77-B879-0749964FFA26}"/>
              </a:ext>
            </a:extLst>
          </p:cNvPr>
          <p:cNvSpPr/>
          <p:nvPr/>
        </p:nvSpPr>
        <p:spPr>
          <a:xfrm flipH="1">
            <a:off x="10274362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2" name="Ellipse 1028">
            <a:extLst>
              <a:ext uri="{FF2B5EF4-FFF2-40B4-BE49-F238E27FC236}">
                <a16:creationId xmlns:a16="http://schemas.microsoft.com/office/drawing/2014/main" id="{39E531B1-AA51-403A-E7FF-E99494FD76A7}"/>
              </a:ext>
            </a:extLst>
          </p:cNvPr>
          <p:cNvSpPr/>
          <p:nvPr/>
        </p:nvSpPr>
        <p:spPr>
          <a:xfrm flipH="1">
            <a:off x="11231368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3" name="Ellipse 1042">
            <a:extLst>
              <a:ext uri="{FF2B5EF4-FFF2-40B4-BE49-F238E27FC236}">
                <a16:creationId xmlns:a16="http://schemas.microsoft.com/office/drawing/2014/main" id="{7A8EB9C3-478B-C713-000C-B13051FC307D}"/>
              </a:ext>
            </a:extLst>
          </p:cNvPr>
          <p:cNvSpPr/>
          <p:nvPr/>
        </p:nvSpPr>
        <p:spPr>
          <a:xfrm flipH="1">
            <a:off x="10274362" y="1952602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4" name="Ellipse 1043">
            <a:extLst>
              <a:ext uri="{FF2B5EF4-FFF2-40B4-BE49-F238E27FC236}">
                <a16:creationId xmlns:a16="http://schemas.microsoft.com/office/drawing/2014/main" id="{2742DCD2-39C1-816D-F605-788ABE58311B}"/>
              </a:ext>
            </a:extLst>
          </p:cNvPr>
          <p:cNvSpPr/>
          <p:nvPr/>
        </p:nvSpPr>
        <p:spPr>
          <a:xfrm flipH="1">
            <a:off x="11231368" y="195260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5" name="Ellipse 1053">
            <a:extLst>
              <a:ext uri="{FF2B5EF4-FFF2-40B4-BE49-F238E27FC236}">
                <a16:creationId xmlns:a16="http://schemas.microsoft.com/office/drawing/2014/main" id="{46DD1365-C817-D60D-606F-C17D1C2CC775}"/>
              </a:ext>
            </a:extLst>
          </p:cNvPr>
          <p:cNvSpPr/>
          <p:nvPr/>
        </p:nvSpPr>
        <p:spPr>
          <a:xfrm flipH="1">
            <a:off x="10274362" y="2220736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6" name="Ellipse 1054">
            <a:extLst>
              <a:ext uri="{FF2B5EF4-FFF2-40B4-BE49-F238E27FC236}">
                <a16:creationId xmlns:a16="http://schemas.microsoft.com/office/drawing/2014/main" id="{60A5C99B-AA78-B614-D2A0-B7C578921F51}"/>
              </a:ext>
            </a:extLst>
          </p:cNvPr>
          <p:cNvSpPr/>
          <p:nvPr/>
        </p:nvSpPr>
        <p:spPr>
          <a:xfrm flipH="1">
            <a:off x="11231368" y="22207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7" name="Ellipse 1064">
            <a:extLst>
              <a:ext uri="{FF2B5EF4-FFF2-40B4-BE49-F238E27FC236}">
                <a16:creationId xmlns:a16="http://schemas.microsoft.com/office/drawing/2014/main" id="{05C7B146-00CB-40EA-25F3-92BD3C9AB884}"/>
              </a:ext>
            </a:extLst>
          </p:cNvPr>
          <p:cNvSpPr/>
          <p:nvPr/>
        </p:nvSpPr>
        <p:spPr>
          <a:xfrm flipH="1">
            <a:off x="10274362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8" name="Ellipse 1065">
            <a:extLst>
              <a:ext uri="{FF2B5EF4-FFF2-40B4-BE49-F238E27FC236}">
                <a16:creationId xmlns:a16="http://schemas.microsoft.com/office/drawing/2014/main" id="{03D0F697-07B1-8A1F-235F-ECCA48EE4282}"/>
              </a:ext>
            </a:extLst>
          </p:cNvPr>
          <p:cNvSpPr/>
          <p:nvPr/>
        </p:nvSpPr>
        <p:spPr>
          <a:xfrm flipH="1">
            <a:off x="11231368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9" name="Ellipse 1075">
            <a:extLst>
              <a:ext uri="{FF2B5EF4-FFF2-40B4-BE49-F238E27FC236}">
                <a16:creationId xmlns:a16="http://schemas.microsoft.com/office/drawing/2014/main" id="{C2C94481-526C-E443-072A-00DF83204D6D}"/>
              </a:ext>
            </a:extLst>
          </p:cNvPr>
          <p:cNvSpPr/>
          <p:nvPr/>
        </p:nvSpPr>
        <p:spPr>
          <a:xfrm flipH="1">
            <a:off x="10274362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0" name="Ellipse 1076">
            <a:extLst>
              <a:ext uri="{FF2B5EF4-FFF2-40B4-BE49-F238E27FC236}">
                <a16:creationId xmlns:a16="http://schemas.microsoft.com/office/drawing/2014/main" id="{A85A0D64-3741-C50B-60BB-BF3D8A54A3BC}"/>
              </a:ext>
            </a:extLst>
          </p:cNvPr>
          <p:cNvSpPr/>
          <p:nvPr/>
        </p:nvSpPr>
        <p:spPr>
          <a:xfrm flipH="1">
            <a:off x="11231368" y="2767083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1" name="Ellipse 1086">
            <a:extLst>
              <a:ext uri="{FF2B5EF4-FFF2-40B4-BE49-F238E27FC236}">
                <a16:creationId xmlns:a16="http://schemas.microsoft.com/office/drawing/2014/main" id="{CC6D4080-B5BF-E69C-A360-EDF175052431}"/>
              </a:ext>
            </a:extLst>
          </p:cNvPr>
          <p:cNvSpPr/>
          <p:nvPr/>
        </p:nvSpPr>
        <p:spPr>
          <a:xfrm flipH="1">
            <a:off x="10274362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2" name="Ellipse 1087">
            <a:extLst>
              <a:ext uri="{FF2B5EF4-FFF2-40B4-BE49-F238E27FC236}">
                <a16:creationId xmlns:a16="http://schemas.microsoft.com/office/drawing/2014/main" id="{080315BA-8530-737B-ED65-5623E4EE572E}"/>
              </a:ext>
            </a:extLst>
          </p:cNvPr>
          <p:cNvSpPr/>
          <p:nvPr/>
        </p:nvSpPr>
        <p:spPr>
          <a:xfrm flipH="1">
            <a:off x="11231368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4" name="Ellipse 1098">
            <a:extLst>
              <a:ext uri="{FF2B5EF4-FFF2-40B4-BE49-F238E27FC236}">
                <a16:creationId xmlns:a16="http://schemas.microsoft.com/office/drawing/2014/main" id="{BF2ACFED-7CD3-1ECB-B170-7E4AA51A5BB8}"/>
              </a:ext>
            </a:extLst>
          </p:cNvPr>
          <p:cNvSpPr/>
          <p:nvPr/>
        </p:nvSpPr>
        <p:spPr>
          <a:xfrm flipH="1">
            <a:off x="11231368" y="3318510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5" name="Ellipse 1108">
            <a:extLst>
              <a:ext uri="{FF2B5EF4-FFF2-40B4-BE49-F238E27FC236}">
                <a16:creationId xmlns:a16="http://schemas.microsoft.com/office/drawing/2014/main" id="{EDC9E8AE-F9EF-E8F7-D23E-87A8FDC1864C}"/>
              </a:ext>
            </a:extLst>
          </p:cNvPr>
          <p:cNvSpPr/>
          <p:nvPr/>
        </p:nvSpPr>
        <p:spPr>
          <a:xfrm flipH="1">
            <a:off x="10274362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6" name="Ellipse 1109">
            <a:extLst>
              <a:ext uri="{FF2B5EF4-FFF2-40B4-BE49-F238E27FC236}">
                <a16:creationId xmlns:a16="http://schemas.microsoft.com/office/drawing/2014/main" id="{EED51AD6-0446-A40D-9C21-347CC173B1BE}"/>
              </a:ext>
            </a:extLst>
          </p:cNvPr>
          <p:cNvSpPr/>
          <p:nvPr/>
        </p:nvSpPr>
        <p:spPr>
          <a:xfrm flipH="1">
            <a:off x="11231368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7" name="Ellipse 1119">
            <a:extLst>
              <a:ext uri="{FF2B5EF4-FFF2-40B4-BE49-F238E27FC236}">
                <a16:creationId xmlns:a16="http://schemas.microsoft.com/office/drawing/2014/main" id="{C6797EAB-B9E5-FCC8-E96C-4A0A41C12B5D}"/>
              </a:ext>
            </a:extLst>
          </p:cNvPr>
          <p:cNvSpPr/>
          <p:nvPr/>
        </p:nvSpPr>
        <p:spPr>
          <a:xfrm flipH="1">
            <a:off x="10274362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8" name="Ellipse 1120">
            <a:extLst>
              <a:ext uri="{FF2B5EF4-FFF2-40B4-BE49-F238E27FC236}">
                <a16:creationId xmlns:a16="http://schemas.microsoft.com/office/drawing/2014/main" id="{4D0FC7F7-794F-A4C3-0D4A-DA93E13D1E27}"/>
              </a:ext>
            </a:extLst>
          </p:cNvPr>
          <p:cNvSpPr/>
          <p:nvPr/>
        </p:nvSpPr>
        <p:spPr>
          <a:xfrm flipH="1">
            <a:off x="11231368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9" name="Ellipse 1130">
            <a:extLst>
              <a:ext uri="{FF2B5EF4-FFF2-40B4-BE49-F238E27FC236}">
                <a16:creationId xmlns:a16="http://schemas.microsoft.com/office/drawing/2014/main" id="{0C539283-A3CF-0A8E-F36E-43157C86111F}"/>
              </a:ext>
            </a:extLst>
          </p:cNvPr>
          <p:cNvSpPr/>
          <p:nvPr/>
        </p:nvSpPr>
        <p:spPr>
          <a:xfrm flipH="1">
            <a:off x="10274362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0" name="Ellipse 1131">
            <a:extLst>
              <a:ext uri="{FF2B5EF4-FFF2-40B4-BE49-F238E27FC236}">
                <a16:creationId xmlns:a16="http://schemas.microsoft.com/office/drawing/2014/main" id="{694A2740-EDE6-6149-5F74-3634540EB6D4}"/>
              </a:ext>
            </a:extLst>
          </p:cNvPr>
          <p:cNvSpPr/>
          <p:nvPr/>
        </p:nvSpPr>
        <p:spPr>
          <a:xfrm flipH="1">
            <a:off x="11231368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1" name="Ellipse 1141">
            <a:extLst>
              <a:ext uri="{FF2B5EF4-FFF2-40B4-BE49-F238E27FC236}">
                <a16:creationId xmlns:a16="http://schemas.microsoft.com/office/drawing/2014/main" id="{1ECC68E3-AA3E-A658-EC77-F42694A5E333}"/>
              </a:ext>
            </a:extLst>
          </p:cNvPr>
          <p:cNvSpPr/>
          <p:nvPr/>
        </p:nvSpPr>
        <p:spPr>
          <a:xfrm flipH="1">
            <a:off x="10274362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2" name="Ellipse 1142">
            <a:extLst>
              <a:ext uri="{FF2B5EF4-FFF2-40B4-BE49-F238E27FC236}">
                <a16:creationId xmlns:a16="http://schemas.microsoft.com/office/drawing/2014/main" id="{97B5A66F-CACE-F55F-C368-303CC925151D}"/>
              </a:ext>
            </a:extLst>
          </p:cNvPr>
          <p:cNvSpPr/>
          <p:nvPr/>
        </p:nvSpPr>
        <p:spPr>
          <a:xfrm flipH="1">
            <a:off x="11231368" y="4436508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3" name="Ellipse 1152">
            <a:extLst>
              <a:ext uri="{FF2B5EF4-FFF2-40B4-BE49-F238E27FC236}">
                <a16:creationId xmlns:a16="http://schemas.microsoft.com/office/drawing/2014/main" id="{629B8ADA-F3C6-3327-1CFE-3244D302EA3C}"/>
              </a:ext>
            </a:extLst>
          </p:cNvPr>
          <p:cNvSpPr/>
          <p:nvPr/>
        </p:nvSpPr>
        <p:spPr>
          <a:xfrm flipH="1">
            <a:off x="10274362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4" name="Ellipse 1153">
            <a:extLst>
              <a:ext uri="{FF2B5EF4-FFF2-40B4-BE49-F238E27FC236}">
                <a16:creationId xmlns:a16="http://schemas.microsoft.com/office/drawing/2014/main" id="{F65534D5-B56A-B247-640B-0EE67264B935}"/>
              </a:ext>
            </a:extLst>
          </p:cNvPr>
          <p:cNvSpPr/>
          <p:nvPr/>
        </p:nvSpPr>
        <p:spPr>
          <a:xfrm flipH="1">
            <a:off x="11231368" y="4712497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5" name="Ellipse 1163">
            <a:extLst>
              <a:ext uri="{FF2B5EF4-FFF2-40B4-BE49-F238E27FC236}">
                <a16:creationId xmlns:a16="http://schemas.microsoft.com/office/drawing/2014/main" id="{C84741BA-7726-507A-42E2-6F5754DD4D3A}"/>
              </a:ext>
            </a:extLst>
          </p:cNvPr>
          <p:cNvSpPr/>
          <p:nvPr/>
        </p:nvSpPr>
        <p:spPr>
          <a:xfrm flipH="1">
            <a:off x="10274362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6" name="Ellipse 1164">
            <a:extLst>
              <a:ext uri="{FF2B5EF4-FFF2-40B4-BE49-F238E27FC236}">
                <a16:creationId xmlns:a16="http://schemas.microsoft.com/office/drawing/2014/main" id="{73265B34-C799-85C1-AEF3-F0BB8AD53A90}"/>
              </a:ext>
            </a:extLst>
          </p:cNvPr>
          <p:cNvSpPr/>
          <p:nvPr/>
        </p:nvSpPr>
        <p:spPr>
          <a:xfrm flipH="1">
            <a:off x="11231368" y="4982942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9" name="Ellipse 1185">
            <a:extLst>
              <a:ext uri="{FF2B5EF4-FFF2-40B4-BE49-F238E27FC236}">
                <a16:creationId xmlns:a16="http://schemas.microsoft.com/office/drawing/2014/main" id="{2A2B923F-FCBB-EC77-6C13-28A19EE900C2}"/>
              </a:ext>
            </a:extLst>
          </p:cNvPr>
          <p:cNvSpPr/>
          <p:nvPr/>
        </p:nvSpPr>
        <p:spPr>
          <a:xfrm flipH="1">
            <a:off x="10274362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0" name="Ellipse 1186">
            <a:extLst>
              <a:ext uri="{FF2B5EF4-FFF2-40B4-BE49-F238E27FC236}">
                <a16:creationId xmlns:a16="http://schemas.microsoft.com/office/drawing/2014/main" id="{42F65DD8-B075-546B-3A7C-748AE028BD98}"/>
              </a:ext>
            </a:extLst>
          </p:cNvPr>
          <p:cNvSpPr/>
          <p:nvPr/>
        </p:nvSpPr>
        <p:spPr>
          <a:xfrm flipH="1">
            <a:off x="11231368" y="554477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1" name="Ellipse 1196">
            <a:extLst>
              <a:ext uri="{FF2B5EF4-FFF2-40B4-BE49-F238E27FC236}">
                <a16:creationId xmlns:a16="http://schemas.microsoft.com/office/drawing/2014/main" id="{CBCE5AF3-73FA-B62C-77DF-B2E411775779}"/>
              </a:ext>
            </a:extLst>
          </p:cNvPr>
          <p:cNvSpPr/>
          <p:nvPr/>
        </p:nvSpPr>
        <p:spPr>
          <a:xfrm flipH="1">
            <a:off x="10274362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2" name="Ellipse 1197">
            <a:extLst>
              <a:ext uri="{FF2B5EF4-FFF2-40B4-BE49-F238E27FC236}">
                <a16:creationId xmlns:a16="http://schemas.microsoft.com/office/drawing/2014/main" id="{58EF098F-B696-EFCD-A538-8F11B00B0F23}"/>
              </a:ext>
            </a:extLst>
          </p:cNvPr>
          <p:cNvSpPr/>
          <p:nvPr/>
        </p:nvSpPr>
        <p:spPr>
          <a:xfrm flipH="1">
            <a:off x="11231368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3" name="Ellipse 1225">
            <a:extLst>
              <a:ext uri="{FF2B5EF4-FFF2-40B4-BE49-F238E27FC236}">
                <a16:creationId xmlns:a16="http://schemas.microsoft.com/office/drawing/2014/main" id="{85B2C054-A77F-5E3E-FD06-002B7DCBBC83}"/>
              </a:ext>
            </a:extLst>
          </p:cNvPr>
          <p:cNvSpPr/>
          <p:nvPr/>
        </p:nvSpPr>
        <p:spPr>
          <a:xfrm flipH="1">
            <a:off x="10274362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4" name="Ellipse 1226">
            <a:extLst>
              <a:ext uri="{FF2B5EF4-FFF2-40B4-BE49-F238E27FC236}">
                <a16:creationId xmlns:a16="http://schemas.microsoft.com/office/drawing/2014/main" id="{EA53EFAF-80B4-DBE0-9F33-84A41C9489C5}"/>
              </a:ext>
            </a:extLst>
          </p:cNvPr>
          <p:cNvSpPr/>
          <p:nvPr/>
        </p:nvSpPr>
        <p:spPr>
          <a:xfrm flipH="1">
            <a:off x="11231368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5" name="Ellipse 1237">
            <a:extLst>
              <a:ext uri="{FF2B5EF4-FFF2-40B4-BE49-F238E27FC236}">
                <a16:creationId xmlns:a16="http://schemas.microsoft.com/office/drawing/2014/main" id="{BDB546FB-31CD-65EC-C4CE-BA570BE249C4}"/>
              </a:ext>
            </a:extLst>
          </p:cNvPr>
          <p:cNvSpPr/>
          <p:nvPr/>
        </p:nvSpPr>
        <p:spPr>
          <a:xfrm flipH="1">
            <a:off x="10274362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8" name="Ellipse 1100">
            <a:extLst>
              <a:ext uri="{FF2B5EF4-FFF2-40B4-BE49-F238E27FC236}">
                <a16:creationId xmlns:a16="http://schemas.microsoft.com/office/drawing/2014/main" id="{229B082D-4D2D-61D9-88F2-274F7101D1A5}"/>
              </a:ext>
            </a:extLst>
          </p:cNvPr>
          <p:cNvSpPr/>
          <p:nvPr/>
        </p:nvSpPr>
        <p:spPr>
          <a:xfrm>
            <a:off x="1732473" y="4160518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9" name="Ellipse 1100">
            <a:extLst>
              <a:ext uri="{FF2B5EF4-FFF2-40B4-BE49-F238E27FC236}">
                <a16:creationId xmlns:a16="http://schemas.microsoft.com/office/drawing/2014/main" id="{69CE00AB-15FF-AB44-C80D-6936341B4ED8}"/>
              </a:ext>
            </a:extLst>
          </p:cNvPr>
          <p:cNvSpPr/>
          <p:nvPr/>
        </p:nvSpPr>
        <p:spPr>
          <a:xfrm>
            <a:off x="1732473" y="4712497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2" name="Ellipse 1100">
            <a:extLst>
              <a:ext uri="{FF2B5EF4-FFF2-40B4-BE49-F238E27FC236}">
                <a16:creationId xmlns:a16="http://schemas.microsoft.com/office/drawing/2014/main" id="{C870F776-86B2-B8FF-D2CF-B0BC4974AA8E}"/>
              </a:ext>
            </a:extLst>
          </p:cNvPr>
          <p:cNvSpPr/>
          <p:nvPr/>
        </p:nvSpPr>
        <p:spPr>
          <a:xfrm>
            <a:off x="1732473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3" name="Ellipse 1100">
            <a:extLst>
              <a:ext uri="{FF2B5EF4-FFF2-40B4-BE49-F238E27FC236}">
                <a16:creationId xmlns:a16="http://schemas.microsoft.com/office/drawing/2014/main" id="{7C12BB57-FD53-9D13-5E85-34777F7CAAF2}"/>
              </a:ext>
            </a:extLst>
          </p:cNvPr>
          <p:cNvSpPr/>
          <p:nvPr/>
        </p:nvSpPr>
        <p:spPr>
          <a:xfrm>
            <a:off x="1732473" y="5829240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4" name="Ellipse 1100">
            <a:extLst>
              <a:ext uri="{FF2B5EF4-FFF2-40B4-BE49-F238E27FC236}">
                <a16:creationId xmlns:a16="http://schemas.microsoft.com/office/drawing/2014/main" id="{5BC50408-9A44-8667-0770-022A3E91EA3D}"/>
              </a:ext>
            </a:extLst>
          </p:cNvPr>
          <p:cNvSpPr/>
          <p:nvPr/>
        </p:nvSpPr>
        <p:spPr>
          <a:xfrm>
            <a:off x="1732473" y="6102579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7" name="Ellipse 1100">
            <a:extLst>
              <a:ext uri="{FF2B5EF4-FFF2-40B4-BE49-F238E27FC236}">
                <a16:creationId xmlns:a16="http://schemas.microsoft.com/office/drawing/2014/main" id="{C8D57FCB-9B5E-2DFC-4B31-EBAEB6A5680E}"/>
              </a:ext>
            </a:extLst>
          </p:cNvPr>
          <p:cNvSpPr/>
          <p:nvPr/>
        </p:nvSpPr>
        <p:spPr>
          <a:xfrm>
            <a:off x="1732473" y="5271516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8" name="Ellipse 18">
            <a:extLst>
              <a:ext uri="{FF2B5EF4-FFF2-40B4-BE49-F238E27FC236}">
                <a16:creationId xmlns:a16="http://schemas.microsoft.com/office/drawing/2014/main" id="{2192C62A-2CC6-3C65-6AD3-D2F180DB2F54}"/>
              </a:ext>
            </a:extLst>
          </p:cNvPr>
          <p:cNvSpPr/>
          <p:nvPr/>
        </p:nvSpPr>
        <p:spPr>
          <a:xfrm>
            <a:off x="6443846" y="1106140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9" name="Ellipse 1221">
            <a:extLst>
              <a:ext uri="{FF2B5EF4-FFF2-40B4-BE49-F238E27FC236}">
                <a16:creationId xmlns:a16="http://schemas.microsoft.com/office/drawing/2014/main" id="{514A906F-714E-CB3F-E13B-70165CFFE3F8}"/>
              </a:ext>
            </a:extLst>
          </p:cNvPr>
          <p:cNvSpPr/>
          <p:nvPr/>
        </p:nvSpPr>
        <p:spPr>
          <a:xfrm>
            <a:off x="4612633" y="1106140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0" name="Ellipse 29">
            <a:extLst>
              <a:ext uri="{FF2B5EF4-FFF2-40B4-BE49-F238E27FC236}">
                <a16:creationId xmlns:a16="http://schemas.microsoft.com/office/drawing/2014/main" id="{9CD9D1AC-FBF9-D7A8-D91E-ABAD49846E03}"/>
              </a:ext>
            </a:extLst>
          </p:cNvPr>
          <p:cNvSpPr/>
          <p:nvPr/>
        </p:nvSpPr>
        <p:spPr>
          <a:xfrm>
            <a:off x="4612633" y="1394185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1" name="Ellipse 18">
            <a:extLst>
              <a:ext uri="{FF2B5EF4-FFF2-40B4-BE49-F238E27FC236}">
                <a16:creationId xmlns:a16="http://schemas.microsoft.com/office/drawing/2014/main" id="{A303459E-028A-2B40-F900-C8B85666DDB6}"/>
              </a:ext>
            </a:extLst>
          </p:cNvPr>
          <p:cNvSpPr/>
          <p:nvPr/>
        </p:nvSpPr>
        <p:spPr>
          <a:xfrm>
            <a:off x="4612633" y="165326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2" name="Ellipse 1038">
            <a:extLst>
              <a:ext uri="{FF2B5EF4-FFF2-40B4-BE49-F238E27FC236}">
                <a16:creationId xmlns:a16="http://schemas.microsoft.com/office/drawing/2014/main" id="{A5017C08-A616-0019-6419-E01C8245866C}"/>
              </a:ext>
            </a:extLst>
          </p:cNvPr>
          <p:cNvSpPr/>
          <p:nvPr/>
        </p:nvSpPr>
        <p:spPr>
          <a:xfrm>
            <a:off x="4612633" y="195260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3" name="Ellipse 1038">
            <a:extLst>
              <a:ext uri="{FF2B5EF4-FFF2-40B4-BE49-F238E27FC236}">
                <a16:creationId xmlns:a16="http://schemas.microsoft.com/office/drawing/2014/main" id="{6BA4BC06-CDB5-792F-30D8-BF271324A22A}"/>
              </a:ext>
            </a:extLst>
          </p:cNvPr>
          <p:cNvSpPr/>
          <p:nvPr/>
        </p:nvSpPr>
        <p:spPr>
          <a:xfrm>
            <a:off x="4612633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4" name="Ellipse 1038">
            <a:extLst>
              <a:ext uri="{FF2B5EF4-FFF2-40B4-BE49-F238E27FC236}">
                <a16:creationId xmlns:a16="http://schemas.microsoft.com/office/drawing/2014/main" id="{204C76AE-AB01-DE32-D566-13976D54F87A}"/>
              </a:ext>
            </a:extLst>
          </p:cNvPr>
          <p:cNvSpPr/>
          <p:nvPr/>
        </p:nvSpPr>
        <p:spPr>
          <a:xfrm>
            <a:off x="5518499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5" name="Ellipse 1036">
            <a:extLst>
              <a:ext uri="{FF2B5EF4-FFF2-40B4-BE49-F238E27FC236}">
                <a16:creationId xmlns:a16="http://schemas.microsoft.com/office/drawing/2014/main" id="{DD33A815-428D-F362-E9D2-B736BB6DE380}"/>
              </a:ext>
            </a:extLst>
          </p:cNvPr>
          <p:cNvSpPr/>
          <p:nvPr/>
        </p:nvSpPr>
        <p:spPr>
          <a:xfrm flipH="1">
            <a:off x="6443846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6" name="Ellipse 1039">
            <a:extLst>
              <a:ext uri="{FF2B5EF4-FFF2-40B4-BE49-F238E27FC236}">
                <a16:creationId xmlns:a16="http://schemas.microsoft.com/office/drawing/2014/main" id="{0A5ABAA3-2925-2DAA-618B-7AC9B904C2D2}"/>
              </a:ext>
            </a:extLst>
          </p:cNvPr>
          <p:cNvSpPr/>
          <p:nvPr/>
        </p:nvSpPr>
        <p:spPr>
          <a:xfrm flipH="1">
            <a:off x="7377054" y="2220736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7" name="Ellipse 1040">
            <a:extLst>
              <a:ext uri="{FF2B5EF4-FFF2-40B4-BE49-F238E27FC236}">
                <a16:creationId xmlns:a16="http://schemas.microsoft.com/office/drawing/2014/main" id="{6882A893-4491-1326-125D-E19DE6DE101A}"/>
              </a:ext>
            </a:extLst>
          </p:cNvPr>
          <p:cNvSpPr/>
          <p:nvPr/>
        </p:nvSpPr>
        <p:spPr>
          <a:xfrm flipH="1">
            <a:off x="8337599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8" name="Ellipse 1038">
            <a:extLst>
              <a:ext uri="{FF2B5EF4-FFF2-40B4-BE49-F238E27FC236}">
                <a16:creationId xmlns:a16="http://schemas.microsoft.com/office/drawing/2014/main" id="{A3A3C7A2-BC97-BB4D-7A32-4C1E870E8917}"/>
              </a:ext>
            </a:extLst>
          </p:cNvPr>
          <p:cNvSpPr/>
          <p:nvPr/>
        </p:nvSpPr>
        <p:spPr>
          <a:xfrm>
            <a:off x="4612633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0" name="Ellipse 1038">
            <a:extLst>
              <a:ext uri="{FF2B5EF4-FFF2-40B4-BE49-F238E27FC236}">
                <a16:creationId xmlns:a16="http://schemas.microsoft.com/office/drawing/2014/main" id="{7007EB92-E343-D3D6-213F-3B5B60B015B7}"/>
              </a:ext>
            </a:extLst>
          </p:cNvPr>
          <p:cNvSpPr/>
          <p:nvPr/>
        </p:nvSpPr>
        <p:spPr>
          <a:xfrm>
            <a:off x="5518499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1" name="Ellipse 1036">
            <a:extLst>
              <a:ext uri="{FF2B5EF4-FFF2-40B4-BE49-F238E27FC236}">
                <a16:creationId xmlns:a16="http://schemas.microsoft.com/office/drawing/2014/main" id="{A85C5DCE-7AB7-BD37-F505-7F85B958C439}"/>
              </a:ext>
            </a:extLst>
          </p:cNvPr>
          <p:cNvSpPr/>
          <p:nvPr/>
        </p:nvSpPr>
        <p:spPr>
          <a:xfrm flipH="1">
            <a:off x="6443846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2" name="Ellipse 1039">
            <a:extLst>
              <a:ext uri="{FF2B5EF4-FFF2-40B4-BE49-F238E27FC236}">
                <a16:creationId xmlns:a16="http://schemas.microsoft.com/office/drawing/2014/main" id="{AF1A9970-7C4A-D6E8-2737-52B8F810DA9B}"/>
              </a:ext>
            </a:extLst>
          </p:cNvPr>
          <p:cNvSpPr/>
          <p:nvPr/>
        </p:nvSpPr>
        <p:spPr>
          <a:xfrm flipH="1">
            <a:off x="7377054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3" name="Ellipse 1040">
            <a:extLst>
              <a:ext uri="{FF2B5EF4-FFF2-40B4-BE49-F238E27FC236}">
                <a16:creationId xmlns:a16="http://schemas.microsoft.com/office/drawing/2014/main" id="{C900D5E8-21F8-5F4E-8FCD-819245FB3BA3}"/>
              </a:ext>
            </a:extLst>
          </p:cNvPr>
          <p:cNvSpPr/>
          <p:nvPr/>
        </p:nvSpPr>
        <p:spPr>
          <a:xfrm flipH="1">
            <a:off x="8337599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4" name="Ellipse 1038">
            <a:extLst>
              <a:ext uri="{FF2B5EF4-FFF2-40B4-BE49-F238E27FC236}">
                <a16:creationId xmlns:a16="http://schemas.microsoft.com/office/drawing/2014/main" id="{4C73B895-29CD-EF16-4DCF-56AA7E666401}"/>
              </a:ext>
            </a:extLst>
          </p:cNvPr>
          <p:cNvSpPr/>
          <p:nvPr/>
        </p:nvSpPr>
        <p:spPr>
          <a:xfrm>
            <a:off x="5518499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5" name="Ellipse 1036">
            <a:extLst>
              <a:ext uri="{FF2B5EF4-FFF2-40B4-BE49-F238E27FC236}">
                <a16:creationId xmlns:a16="http://schemas.microsoft.com/office/drawing/2014/main" id="{103CB3F4-9563-41B7-88EB-9D35E6B8E10C}"/>
              </a:ext>
            </a:extLst>
          </p:cNvPr>
          <p:cNvSpPr/>
          <p:nvPr/>
        </p:nvSpPr>
        <p:spPr>
          <a:xfrm flipH="1">
            <a:off x="6443846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6" name="Ellipse 1040">
            <a:extLst>
              <a:ext uri="{FF2B5EF4-FFF2-40B4-BE49-F238E27FC236}">
                <a16:creationId xmlns:a16="http://schemas.microsoft.com/office/drawing/2014/main" id="{D3026781-C01D-37D1-7165-0FBBD2ECF25F}"/>
              </a:ext>
            </a:extLst>
          </p:cNvPr>
          <p:cNvSpPr/>
          <p:nvPr/>
        </p:nvSpPr>
        <p:spPr>
          <a:xfrm flipH="1">
            <a:off x="8337599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7" name="Ellipse 1072">
            <a:extLst>
              <a:ext uri="{FF2B5EF4-FFF2-40B4-BE49-F238E27FC236}">
                <a16:creationId xmlns:a16="http://schemas.microsoft.com/office/drawing/2014/main" id="{DCCD7489-07DE-A9A2-8962-8BD4E8ED8CF5}"/>
              </a:ext>
            </a:extLst>
          </p:cNvPr>
          <p:cNvSpPr/>
          <p:nvPr/>
        </p:nvSpPr>
        <p:spPr>
          <a:xfrm flipH="1">
            <a:off x="4612633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8" name="Ellipse 1093">
            <a:extLst>
              <a:ext uri="{FF2B5EF4-FFF2-40B4-BE49-F238E27FC236}">
                <a16:creationId xmlns:a16="http://schemas.microsoft.com/office/drawing/2014/main" id="{248165F7-F46E-3AA8-CCC4-162394B19761}"/>
              </a:ext>
            </a:extLst>
          </p:cNvPr>
          <p:cNvSpPr/>
          <p:nvPr/>
        </p:nvSpPr>
        <p:spPr>
          <a:xfrm>
            <a:off x="4612633" y="3056236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9" name="Ellipse 1038">
            <a:extLst>
              <a:ext uri="{FF2B5EF4-FFF2-40B4-BE49-F238E27FC236}">
                <a16:creationId xmlns:a16="http://schemas.microsoft.com/office/drawing/2014/main" id="{5AA66553-75AA-93CC-67E3-DC038125BA0D}"/>
              </a:ext>
            </a:extLst>
          </p:cNvPr>
          <p:cNvSpPr/>
          <p:nvPr/>
        </p:nvSpPr>
        <p:spPr>
          <a:xfrm>
            <a:off x="5518499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0" name="Ellipse 1036">
            <a:extLst>
              <a:ext uri="{FF2B5EF4-FFF2-40B4-BE49-F238E27FC236}">
                <a16:creationId xmlns:a16="http://schemas.microsoft.com/office/drawing/2014/main" id="{E3A95C45-2471-BC09-4C4A-0E2947C25D80}"/>
              </a:ext>
            </a:extLst>
          </p:cNvPr>
          <p:cNvSpPr/>
          <p:nvPr/>
        </p:nvSpPr>
        <p:spPr>
          <a:xfrm flipH="1">
            <a:off x="6443846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1" name="Ellipse 1039">
            <a:extLst>
              <a:ext uri="{FF2B5EF4-FFF2-40B4-BE49-F238E27FC236}">
                <a16:creationId xmlns:a16="http://schemas.microsoft.com/office/drawing/2014/main" id="{41933DB5-E584-0998-6508-5D36C3287C1B}"/>
              </a:ext>
            </a:extLst>
          </p:cNvPr>
          <p:cNvSpPr/>
          <p:nvPr/>
        </p:nvSpPr>
        <p:spPr>
          <a:xfrm flipH="1">
            <a:off x="7377054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2" name="Ellipse 1040">
            <a:extLst>
              <a:ext uri="{FF2B5EF4-FFF2-40B4-BE49-F238E27FC236}">
                <a16:creationId xmlns:a16="http://schemas.microsoft.com/office/drawing/2014/main" id="{B09DAD82-0828-AA09-5E07-6740C5A39B44}"/>
              </a:ext>
            </a:extLst>
          </p:cNvPr>
          <p:cNvSpPr/>
          <p:nvPr/>
        </p:nvSpPr>
        <p:spPr>
          <a:xfrm flipH="1">
            <a:off x="8337599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3" name="Ellipse 1038">
            <a:extLst>
              <a:ext uri="{FF2B5EF4-FFF2-40B4-BE49-F238E27FC236}">
                <a16:creationId xmlns:a16="http://schemas.microsoft.com/office/drawing/2014/main" id="{35E93345-4C71-B93D-E68C-C42037C4E274}"/>
              </a:ext>
            </a:extLst>
          </p:cNvPr>
          <p:cNvSpPr/>
          <p:nvPr/>
        </p:nvSpPr>
        <p:spPr>
          <a:xfrm>
            <a:off x="5518499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4" name="Ellipse 1036">
            <a:extLst>
              <a:ext uri="{FF2B5EF4-FFF2-40B4-BE49-F238E27FC236}">
                <a16:creationId xmlns:a16="http://schemas.microsoft.com/office/drawing/2014/main" id="{D75D731E-F5D9-C41C-B5B6-FEC97E1154A7}"/>
              </a:ext>
            </a:extLst>
          </p:cNvPr>
          <p:cNvSpPr/>
          <p:nvPr/>
        </p:nvSpPr>
        <p:spPr>
          <a:xfrm flipH="1">
            <a:off x="6443846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5" name="Ellipse 1039">
            <a:extLst>
              <a:ext uri="{FF2B5EF4-FFF2-40B4-BE49-F238E27FC236}">
                <a16:creationId xmlns:a16="http://schemas.microsoft.com/office/drawing/2014/main" id="{B34498B4-40B3-223E-96E9-B5765CE27483}"/>
              </a:ext>
            </a:extLst>
          </p:cNvPr>
          <p:cNvSpPr/>
          <p:nvPr/>
        </p:nvSpPr>
        <p:spPr>
          <a:xfrm flipH="1">
            <a:off x="7377054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6" name="Ellipse 1040">
            <a:extLst>
              <a:ext uri="{FF2B5EF4-FFF2-40B4-BE49-F238E27FC236}">
                <a16:creationId xmlns:a16="http://schemas.microsoft.com/office/drawing/2014/main" id="{0A260993-FB67-77AA-13C8-F428962411F2}"/>
              </a:ext>
            </a:extLst>
          </p:cNvPr>
          <p:cNvSpPr/>
          <p:nvPr/>
        </p:nvSpPr>
        <p:spPr>
          <a:xfrm flipH="1">
            <a:off x="8337599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7" name="Ellipse 1039">
            <a:extLst>
              <a:ext uri="{FF2B5EF4-FFF2-40B4-BE49-F238E27FC236}">
                <a16:creationId xmlns:a16="http://schemas.microsoft.com/office/drawing/2014/main" id="{CF54D36C-F3DC-7E50-C3C2-1B69A636D093}"/>
              </a:ext>
            </a:extLst>
          </p:cNvPr>
          <p:cNvSpPr/>
          <p:nvPr/>
        </p:nvSpPr>
        <p:spPr>
          <a:xfrm flipH="1">
            <a:off x="9306324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8" name="Ellipse 1040">
            <a:extLst>
              <a:ext uri="{FF2B5EF4-FFF2-40B4-BE49-F238E27FC236}">
                <a16:creationId xmlns:a16="http://schemas.microsoft.com/office/drawing/2014/main" id="{C9A750BB-DC2C-C57E-D5C1-25E34F53FD79}"/>
              </a:ext>
            </a:extLst>
          </p:cNvPr>
          <p:cNvSpPr/>
          <p:nvPr/>
        </p:nvSpPr>
        <p:spPr>
          <a:xfrm flipH="1">
            <a:off x="10274362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9" name="Ellipse 1038">
            <a:extLst>
              <a:ext uri="{FF2B5EF4-FFF2-40B4-BE49-F238E27FC236}">
                <a16:creationId xmlns:a16="http://schemas.microsoft.com/office/drawing/2014/main" id="{7343434A-D7BC-62EC-A6ED-093DB88F06F0}"/>
              </a:ext>
            </a:extLst>
          </p:cNvPr>
          <p:cNvSpPr/>
          <p:nvPr/>
        </p:nvSpPr>
        <p:spPr>
          <a:xfrm>
            <a:off x="4612633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0" name="Ellipse 1104">
            <a:extLst>
              <a:ext uri="{FF2B5EF4-FFF2-40B4-BE49-F238E27FC236}">
                <a16:creationId xmlns:a16="http://schemas.microsoft.com/office/drawing/2014/main" id="{A4960081-B071-0886-A54E-CF3F1AE03802}"/>
              </a:ext>
            </a:extLst>
          </p:cNvPr>
          <p:cNvSpPr/>
          <p:nvPr/>
        </p:nvSpPr>
        <p:spPr>
          <a:xfrm>
            <a:off x="4612633" y="3603566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1" name="Ellipse 1038">
            <a:extLst>
              <a:ext uri="{FF2B5EF4-FFF2-40B4-BE49-F238E27FC236}">
                <a16:creationId xmlns:a16="http://schemas.microsoft.com/office/drawing/2014/main" id="{D96E617C-7BC1-38F1-C23B-9FACA078FC16}"/>
              </a:ext>
            </a:extLst>
          </p:cNvPr>
          <p:cNvSpPr/>
          <p:nvPr/>
        </p:nvSpPr>
        <p:spPr>
          <a:xfrm>
            <a:off x="5518499" y="360356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2" name="Ellipse 1036">
            <a:extLst>
              <a:ext uri="{FF2B5EF4-FFF2-40B4-BE49-F238E27FC236}">
                <a16:creationId xmlns:a16="http://schemas.microsoft.com/office/drawing/2014/main" id="{64E91F88-91FA-6414-F6BD-796A9E6AE411}"/>
              </a:ext>
            </a:extLst>
          </p:cNvPr>
          <p:cNvSpPr/>
          <p:nvPr/>
        </p:nvSpPr>
        <p:spPr>
          <a:xfrm flipH="1">
            <a:off x="6443846" y="360356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3" name="Ellipse 1104">
            <a:extLst>
              <a:ext uri="{FF2B5EF4-FFF2-40B4-BE49-F238E27FC236}">
                <a16:creationId xmlns:a16="http://schemas.microsoft.com/office/drawing/2014/main" id="{DD58276B-919F-D09B-B2B5-45A1F91705CE}"/>
              </a:ext>
            </a:extLst>
          </p:cNvPr>
          <p:cNvSpPr/>
          <p:nvPr/>
        </p:nvSpPr>
        <p:spPr>
          <a:xfrm>
            <a:off x="4612633" y="3884529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4" name="Ellipse 1093">
            <a:extLst>
              <a:ext uri="{FF2B5EF4-FFF2-40B4-BE49-F238E27FC236}">
                <a16:creationId xmlns:a16="http://schemas.microsoft.com/office/drawing/2014/main" id="{A92D00FD-0DDE-552D-EBD4-3DC0C0BB803F}"/>
              </a:ext>
            </a:extLst>
          </p:cNvPr>
          <p:cNvSpPr/>
          <p:nvPr/>
        </p:nvSpPr>
        <p:spPr>
          <a:xfrm>
            <a:off x="4612633" y="4160518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5" name="Ellipse 1134">
            <a:extLst>
              <a:ext uri="{FF2B5EF4-FFF2-40B4-BE49-F238E27FC236}">
                <a16:creationId xmlns:a16="http://schemas.microsoft.com/office/drawing/2014/main" id="{F47386DC-6002-89E3-FF4F-64AF0999ADCD}"/>
              </a:ext>
            </a:extLst>
          </p:cNvPr>
          <p:cNvSpPr/>
          <p:nvPr/>
        </p:nvSpPr>
        <p:spPr>
          <a:xfrm>
            <a:off x="4612633" y="4436508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7" name="Ellipse 1093">
            <a:extLst>
              <a:ext uri="{FF2B5EF4-FFF2-40B4-BE49-F238E27FC236}">
                <a16:creationId xmlns:a16="http://schemas.microsoft.com/office/drawing/2014/main" id="{C9256E93-6B9D-EEBB-DA18-241D5EE2C327}"/>
              </a:ext>
            </a:extLst>
          </p:cNvPr>
          <p:cNvSpPr/>
          <p:nvPr/>
        </p:nvSpPr>
        <p:spPr>
          <a:xfrm>
            <a:off x="4612633" y="4712497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8" name="Ellipse 1093">
            <a:extLst>
              <a:ext uri="{FF2B5EF4-FFF2-40B4-BE49-F238E27FC236}">
                <a16:creationId xmlns:a16="http://schemas.microsoft.com/office/drawing/2014/main" id="{F82C7E72-3439-DB69-AD76-82F1EF95CE38}"/>
              </a:ext>
            </a:extLst>
          </p:cNvPr>
          <p:cNvSpPr/>
          <p:nvPr/>
        </p:nvSpPr>
        <p:spPr>
          <a:xfrm>
            <a:off x="4612633" y="498294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9" name="Ellipse 1159">
            <a:extLst>
              <a:ext uri="{FF2B5EF4-FFF2-40B4-BE49-F238E27FC236}">
                <a16:creationId xmlns:a16="http://schemas.microsoft.com/office/drawing/2014/main" id="{040AFDD7-2268-7699-BFAE-7FBC9E200EAC}"/>
              </a:ext>
            </a:extLst>
          </p:cNvPr>
          <p:cNvSpPr/>
          <p:nvPr/>
        </p:nvSpPr>
        <p:spPr>
          <a:xfrm>
            <a:off x="3657546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0" name="Ellipse 1157">
            <a:extLst>
              <a:ext uri="{FF2B5EF4-FFF2-40B4-BE49-F238E27FC236}">
                <a16:creationId xmlns:a16="http://schemas.microsoft.com/office/drawing/2014/main" id="{3FDF65FB-3B92-8D1D-56F3-D1521E64242F}"/>
              </a:ext>
            </a:extLst>
          </p:cNvPr>
          <p:cNvSpPr/>
          <p:nvPr/>
        </p:nvSpPr>
        <p:spPr>
          <a:xfrm flipH="1">
            <a:off x="4612633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1" name="Ellipse 1160">
            <a:extLst>
              <a:ext uri="{FF2B5EF4-FFF2-40B4-BE49-F238E27FC236}">
                <a16:creationId xmlns:a16="http://schemas.microsoft.com/office/drawing/2014/main" id="{3FC109AB-1131-DC9F-2231-03B805049FE2}"/>
              </a:ext>
            </a:extLst>
          </p:cNvPr>
          <p:cNvSpPr/>
          <p:nvPr/>
        </p:nvSpPr>
        <p:spPr>
          <a:xfrm flipH="1">
            <a:off x="5518499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2" name="Ellipse 1161">
            <a:extLst>
              <a:ext uri="{FF2B5EF4-FFF2-40B4-BE49-F238E27FC236}">
                <a16:creationId xmlns:a16="http://schemas.microsoft.com/office/drawing/2014/main" id="{B7A6061D-F7F5-5300-7E45-B1B429432779}"/>
              </a:ext>
            </a:extLst>
          </p:cNvPr>
          <p:cNvSpPr/>
          <p:nvPr/>
        </p:nvSpPr>
        <p:spPr>
          <a:xfrm flipH="1">
            <a:off x="6443846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3" name="Ellipse 1159">
            <a:extLst>
              <a:ext uri="{FF2B5EF4-FFF2-40B4-BE49-F238E27FC236}">
                <a16:creationId xmlns:a16="http://schemas.microsoft.com/office/drawing/2014/main" id="{00211425-D04E-91FA-6471-8526602E008A}"/>
              </a:ext>
            </a:extLst>
          </p:cNvPr>
          <p:cNvSpPr/>
          <p:nvPr/>
        </p:nvSpPr>
        <p:spPr>
          <a:xfrm>
            <a:off x="7377054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4" name="Ellipse 1157">
            <a:extLst>
              <a:ext uri="{FF2B5EF4-FFF2-40B4-BE49-F238E27FC236}">
                <a16:creationId xmlns:a16="http://schemas.microsoft.com/office/drawing/2014/main" id="{33699BC4-6C5C-8C80-93F0-311FFBBD4922}"/>
              </a:ext>
            </a:extLst>
          </p:cNvPr>
          <p:cNvSpPr/>
          <p:nvPr/>
        </p:nvSpPr>
        <p:spPr>
          <a:xfrm flipH="1">
            <a:off x="8337599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5" name="Ellipse 1160">
            <a:extLst>
              <a:ext uri="{FF2B5EF4-FFF2-40B4-BE49-F238E27FC236}">
                <a16:creationId xmlns:a16="http://schemas.microsoft.com/office/drawing/2014/main" id="{34AFA6F0-EFCF-3280-8E6E-C69C1F9B90E6}"/>
              </a:ext>
            </a:extLst>
          </p:cNvPr>
          <p:cNvSpPr/>
          <p:nvPr/>
        </p:nvSpPr>
        <p:spPr>
          <a:xfrm flipH="1">
            <a:off x="9306324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6" name="Ellipse 1161">
            <a:extLst>
              <a:ext uri="{FF2B5EF4-FFF2-40B4-BE49-F238E27FC236}">
                <a16:creationId xmlns:a16="http://schemas.microsoft.com/office/drawing/2014/main" id="{9E367814-3F70-5CC3-10E8-FF2DFD7F47B1}"/>
              </a:ext>
            </a:extLst>
          </p:cNvPr>
          <p:cNvSpPr/>
          <p:nvPr/>
        </p:nvSpPr>
        <p:spPr>
          <a:xfrm flipH="1">
            <a:off x="10274362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7" name="Ellipse 1161">
            <a:extLst>
              <a:ext uri="{FF2B5EF4-FFF2-40B4-BE49-F238E27FC236}">
                <a16:creationId xmlns:a16="http://schemas.microsoft.com/office/drawing/2014/main" id="{C2706C2B-4C1E-6FDD-1EAA-6FDC30C5605B}"/>
              </a:ext>
            </a:extLst>
          </p:cNvPr>
          <p:cNvSpPr/>
          <p:nvPr/>
        </p:nvSpPr>
        <p:spPr>
          <a:xfrm flipH="1">
            <a:off x="11231368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8" name="Ellipse 1156">
            <a:extLst>
              <a:ext uri="{FF2B5EF4-FFF2-40B4-BE49-F238E27FC236}">
                <a16:creationId xmlns:a16="http://schemas.microsoft.com/office/drawing/2014/main" id="{920FADB0-9377-D256-D3AB-90F02B5C41D7}"/>
              </a:ext>
            </a:extLst>
          </p:cNvPr>
          <p:cNvSpPr/>
          <p:nvPr/>
        </p:nvSpPr>
        <p:spPr>
          <a:xfrm>
            <a:off x="4612633" y="554477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9" name="Ellipse 1126">
            <a:extLst>
              <a:ext uri="{FF2B5EF4-FFF2-40B4-BE49-F238E27FC236}">
                <a16:creationId xmlns:a16="http://schemas.microsoft.com/office/drawing/2014/main" id="{BC652281-6AA7-C388-1B98-A88EAB26EF9A}"/>
              </a:ext>
            </a:extLst>
          </p:cNvPr>
          <p:cNvSpPr/>
          <p:nvPr/>
        </p:nvSpPr>
        <p:spPr>
          <a:xfrm>
            <a:off x="5518499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0" name="Ellipse 1124">
            <a:extLst>
              <a:ext uri="{FF2B5EF4-FFF2-40B4-BE49-F238E27FC236}">
                <a16:creationId xmlns:a16="http://schemas.microsoft.com/office/drawing/2014/main" id="{5DD51545-178A-5B66-7E43-665236602832}"/>
              </a:ext>
            </a:extLst>
          </p:cNvPr>
          <p:cNvSpPr/>
          <p:nvPr/>
        </p:nvSpPr>
        <p:spPr>
          <a:xfrm flipH="1">
            <a:off x="6443846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1" name="Ellipse 1127">
            <a:extLst>
              <a:ext uri="{FF2B5EF4-FFF2-40B4-BE49-F238E27FC236}">
                <a16:creationId xmlns:a16="http://schemas.microsoft.com/office/drawing/2014/main" id="{13FFCD9E-7B3F-0B00-8BF9-3848BB3B6E70}"/>
              </a:ext>
            </a:extLst>
          </p:cNvPr>
          <p:cNvSpPr/>
          <p:nvPr/>
        </p:nvSpPr>
        <p:spPr>
          <a:xfrm flipH="1">
            <a:off x="7377054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2" name="Ellipse 1128">
            <a:extLst>
              <a:ext uri="{FF2B5EF4-FFF2-40B4-BE49-F238E27FC236}">
                <a16:creationId xmlns:a16="http://schemas.microsoft.com/office/drawing/2014/main" id="{5245964A-983A-C0F6-910B-FF02FFE04E35}"/>
              </a:ext>
            </a:extLst>
          </p:cNvPr>
          <p:cNvSpPr/>
          <p:nvPr/>
        </p:nvSpPr>
        <p:spPr>
          <a:xfrm flipH="1">
            <a:off x="8337599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3" name="Ellipse 1192">
            <a:extLst>
              <a:ext uri="{FF2B5EF4-FFF2-40B4-BE49-F238E27FC236}">
                <a16:creationId xmlns:a16="http://schemas.microsoft.com/office/drawing/2014/main" id="{4B455839-7CD4-7D6B-AE57-BBA070ACF5D1}"/>
              </a:ext>
            </a:extLst>
          </p:cNvPr>
          <p:cNvSpPr/>
          <p:nvPr/>
        </p:nvSpPr>
        <p:spPr>
          <a:xfrm>
            <a:off x="4612633" y="5829240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5" name="Ellipse 1126">
            <a:extLst>
              <a:ext uri="{FF2B5EF4-FFF2-40B4-BE49-F238E27FC236}">
                <a16:creationId xmlns:a16="http://schemas.microsoft.com/office/drawing/2014/main" id="{DB192865-EB8C-2906-4E50-AC874DCE41A3}"/>
              </a:ext>
            </a:extLst>
          </p:cNvPr>
          <p:cNvSpPr/>
          <p:nvPr/>
        </p:nvSpPr>
        <p:spPr>
          <a:xfrm>
            <a:off x="5518499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6" name="Ellipse 1124">
            <a:extLst>
              <a:ext uri="{FF2B5EF4-FFF2-40B4-BE49-F238E27FC236}">
                <a16:creationId xmlns:a16="http://schemas.microsoft.com/office/drawing/2014/main" id="{AD5CC367-D386-9599-5B79-4360C5B08D64}"/>
              </a:ext>
            </a:extLst>
          </p:cNvPr>
          <p:cNvSpPr/>
          <p:nvPr/>
        </p:nvSpPr>
        <p:spPr>
          <a:xfrm flipH="1">
            <a:off x="6443846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7" name="Ellipse 1127">
            <a:extLst>
              <a:ext uri="{FF2B5EF4-FFF2-40B4-BE49-F238E27FC236}">
                <a16:creationId xmlns:a16="http://schemas.microsoft.com/office/drawing/2014/main" id="{0BF0A0EA-78FA-50AF-57E8-A42298231ECF}"/>
              </a:ext>
            </a:extLst>
          </p:cNvPr>
          <p:cNvSpPr/>
          <p:nvPr/>
        </p:nvSpPr>
        <p:spPr>
          <a:xfrm flipH="1">
            <a:off x="7377054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8" name="Ellipse 1128">
            <a:extLst>
              <a:ext uri="{FF2B5EF4-FFF2-40B4-BE49-F238E27FC236}">
                <a16:creationId xmlns:a16="http://schemas.microsoft.com/office/drawing/2014/main" id="{3BF31940-0D8F-F3F1-679E-18713F90FBDB}"/>
              </a:ext>
            </a:extLst>
          </p:cNvPr>
          <p:cNvSpPr/>
          <p:nvPr/>
        </p:nvSpPr>
        <p:spPr>
          <a:xfrm flipH="1">
            <a:off x="8337599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9" name="Ellipse 1126">
            <a:extLst>
              <a:ext uri="{FF2B5EF4-FFF2-40B4-BE49-F238E27FC236}">
                <a16:creationId xmlns:a16="http://schemas.microsoft.com/office/drawing/2014/main" id="{3412556A-6112-1598-62E5-2CDAAFFDC4BC}"/>
              </a:ext>
            </a:extLst>
          </p:cNvPr>
          <p:cNvSpPr/>
          <p:nvPr/>
        </p:nvSpPr>
        <p:spPr>
          <a:xfrm>
            <a:off x="5518499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0" name="Ellipse 1124">
            <a:extLst>
              <a:ext uri="{FF2B5EF4-FFF2-40B4-BE49-F238E27FC236}">
                <a16:creationId xmlns:a16="http://schemas.microsoft.com/office/drawing/2014/main" id="{3DB34A5F-B490-2B2C-1921-C1F177B6AE6C}"/>
              </a:ext>
            </a:extLst>
          </p:cNvPr>
          <p:cNvSpPr/>
          <p:nvPr/>
        </p:nvSpPr>
        <p:spPr>
          <a:xfrm flipH="1">
            <a:off x="6443846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1" name="Ellipse 1127">
            <a:extLst>
              <a:ext uri="{FF2B5EF4-FFF2-40B4-BE49-F238E27FC236}">
                <a16:creationId xmlns:a16="http://schemas.microsoft.com/office/drawing/2014/main" id="{7AD73F12-1129-9F1F-EEAF-1D0290E26298}"/>
              </a:ext>
            </a:extLst>
          </p:cNvPr>
          <p:cNvSpPr/>
          <p:nvPr/>
        </p:nvSpPr>
        <p:spPr>
          <a:xfrm flipH="1">
            <a:off x="7377054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2" name="Ellipse 1177">
            <a:extLst>
              <a:ext uri="{FF2B5EF4-FFF2-40B4-BE49-F238E27FC236}">
                <a16:creationId xmlns:a16="http://schemas.microsoft.com/office/drawing/2014/main" id="{E9D788D3-8B9F-F5B3-515E-F8F854DA726C}"/>
              </a:ext>
            </a:extLst>
          </p:cNvPr>
          <p:cNvSpPr/>
          <p:nvPr/>
        </p:nvSpPr>
        <p:spPr>
          <a:xfrm>
            <a:off x="3657546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3" name="Ellipse 1188">
            <a:extLst>
              <a:ext uri="{FF2B5EF4-FFF2-40B4-BE49-F238E27FC236}">
                <a16:creationId xmlns:a16="http://schemas.microsoft.com/office/drawing/2014/main" id="{A895D5FA-FBDD-75DD-2150-3B379CAE6C47}"/>
              </a:ext>
            </a:extLst>
          </p:cNvPr>
          <p:cNvSpPr/>
          <p:nvPr/>
        </p:nvSpPr>
        <p:spPr>
          <a:xfrm>
            <a:off x="3657546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4" name="Ellipse 1229">
            <a:extLst>
              <a:ext uri="{FF2B5EF4-FFF2-40B4-BE49-F238E27FC236}">
                <a16:creationId xmlns:a16="http://schemas.microsoft.com/office/drawing/2014/main" id="{D7047EA1-2068-B318-8FE0-80137BDD953A}"/>
              </a:ext>
            </a:extLst>
          </p:cNvPr>
          <p:cNvSpPr/>
          <p:nvPr/>
        </p:nvSpPr>
        <p:spPr>
          <a:xfrm>
            <a:off x="4612633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5" name="Ellipse 1100">
            <a:extLst>
              <a:ext uri="{FF2B5EF4-FFF2-40B4-BE49-F238E27FC236}">
                <a16:creationId xmlns:a16="http://schemas.microsoft.com/office/drawing/2014/main" id="{AA43FACD-CD38-DB69-DE67-A9A1FBF5BD3C}"/>
              </a:ext>
            </a:extLst>
          </p:cNvPr>
          <p:cNvSpPr/>
          <p:nvPr/>
        </p:nvSpPr>
        <p:spPr>
          <a:xfrm>
            <a:off x="3657546" y="6102579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7" name="Ellipse 1237">
            <a:extLst>
              <a:ext uri="{FF2B5EF4-FFF2-40B4-BE49-F238E27FC236}">
                <a16:creationId xmlns:a16="http://schemas.microsoft.com/office/drawing/2014/main" id="{2D1A2E94-29A4-0255-9869-A60F76AB8F26}"/>
              </a:ext>
            </a:extLst>
          </p:cNvPr>
          <p:cNvSpPr/>
          <p:nvPr/>
        </p:nvSpPr>
        <p:spPr>
          <a:xfrm flipH="1">
            <a:off x="9306324" y="6102579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8" name="Ellipse 1161">
            <a:extLst>
              <a:ext uri="{FF2B5EF4-FFF2-40B4-BE49-F238E27FC236}">
                <a16:creationId xmlns:a16="http://schemas.microsoft.com/office/drawing/2014/main" id="{10DDF09F-A312-3224-B1E4-B9EC30E5B490}"/>
              </a:ext>
            </a:extLst>
          </p:cNvPr>
          <p:cNvSpPr/>
          <p:nvPr/>
        </p:nvSpPr>
        <p:spPr>
          <a:xfrm flipH="1">
            <a:off x="11231368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9" name="Ellipse 1145">
            <a:extLst>
              <a:ext uri="{FF2B5EF4-FFF2-40B4-BE49-F238E27FC236}">
                <a16:creationId xmlns:a16="http://schemas.microsoft.com/office/drawing/2014/main" id="{9300FBF7-7757-93F4-7DB4-588A8425A6B9}"/>
              </a:ext>
            </a:extLst>
          </p:cNvPr>
          <p:cNvSpPr/>
          <p:nvPr/>
        </p:nvSpPr>
        <p:spPr>
          <a:xfrm>
            <a:off x="3662463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4549E2F5-4B97-57CD-D61F-49A2F6E709E6}"/>
              </a:ext>
            </a:extLst>
          </p:cNvPr>
          <p:cNvSpPr/>
          <p:nvPr/>
        </p:nvSpPr>
        <p:spPr>
          <a:xfrm>
            <a:off x="1804473" y="6425608"/>
            <a:ext cx="8492602" cy="3147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82" name="Ellipse 1176">
            <a:extLst>
              <a:ext uri="{FF2B5EF4-FFF2-40B4-BE49-F238E27FC236}">
                <a16:creationId xmlns:a16="http://schemas.microsoft.com/office/drawing/2014/main" id="{54202FFE-6CD7-D9F5-4B82-07C55DC2461E}"/>
              </a:ext>
            </a:extLst>
          </p:cNvPr>
          <p:cNvSpPr/>
          <p:nvPr/>
        </p:nvSpPr>
        <p:spPr>
          <a:xfrm>
            <a:off x="6535542" y="6507601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3" name="Ellipse 1093">
            <a:extLst>
              <a:ext uri="{FF2B5EF4-FFF2-40B4-BE49-F238E27FC236}">
                <a16:creationId xmlns:a16="http://schemas.microsoft.com/office/drawing/2014/main" id="{6D2671F0-133B-B668-3B03-70B588887E9C}"/>
              </a:ext>
            </a:extLst>
          </p:cNvPr>
          <p:cNvSpPr/>
          <p:nvPr/>
        </p:nvSpPr>
        <p:spPr>
          <a:xfrm>
            <a:off x="2090653" y="6507601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4" name="Ellipse 1156">
            <a:extLst>
              <a:ext uri="{FF2B5EF4-FFF2-40B4-BE49-F238E27FC236}">
                <a16:creationId xmlns:a16="http://schemas.microsoft.com/office/drawing/2014/main" id="{9A1A7469-DD5C-62F5-32F9-6BA942E93CA3}"/>
              </a:ext>
            </a:extLst>
          </p:cNvPr>
          <p:cNvSpPr/>
          <p:nvPr/>
        </p:nvSpPr>
        <p:spPr>
          <a:xfrm>
            <a:off x="4302915" y="6507601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6" name="Ellipse 1127">
            <a:extLst>
              <a:ext uri="{FF2B5EF4-FFF2-40B4-BE49-F238E27FC236}">
                <a16:creationId xmlns:a16="http://schemas.microsoft.com/office/drawing/2014/main" id="{BC663C82-2BCE-722B-3D52-31CCC7A28910}"/>
              </a:ext>
            </a:extLst>
          </p:cNvPr>
          <p:cNvSpPr/>
          <p:nvPr/>
        </p:nvSpPr>
        <p:spPr>
          <a:xfrm flipH="1">
            <a:off x="8355365" y="6507601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15490D53-D7E8-0CC6-976A-32436B4ECEB0}"/>
              </a:ext>
            </a:extLst>
          </p:cNvPr>
          <p:cNvSpPr txBox="1"/>
          <p:nvPr/>
        </p:nvSpPr>
        <p:spPr>
          <a:xfrm>
            <a:off x="2279660" y="6502657"/>
            <a:ext cx="18133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New UTM Concept Implemented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97C513B7-A12D-C33A-236F-E03B23E2DE97}"/>
              </a:ext>
            </a:extLst>
          </p:cNvPr>
          <p:cNvSpPr txBox="1"/>
          <p:nvPr/>
        </p:nvSpPr>
        <p:spPr>
          <a:xfrm>
            <a:off x="4501376" y="6502657"/>
            <a:ext cx="19080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New Concept Partially Implemented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BD10C739-D440-8B94-4258-C2EDF2DD2242}"/>
              </a:ext>
            </a:extLst>
          </p:cNvPr>
          <p:cNvSpPr txBox="1"/>
          <p:nvPr/>
        </p:nvSpPr>
        <p:spPr>
          <a:xfrm>
            <a:off x="6711176" y="6502657"/>
            <a:ext cx="15883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Other Concept Implemented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9268C35F-C764-145C-DEAD-C7621EE8664B}"/>
              </a:ext>
            </a:extLst>
          </p:cNvPr>
          <p:cNvSpPr txBox="1"/>
          <p:nvPr/>
        </p:nvSpPr>
        <p:spPr>
          <a:xfrm>
            <a:off x="8555954" y="6502657"/>
            <a:ext cx="19080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No Live Campaigns</a:t>
            </a:r>
          </a:p>
        </p:txBody>
      </p:sp>
      <p:sp>
        <p:nvSpPr>
          <p:cNvPr id="293" name="Title 292">
            <a:extLst>
              <a:ext uri="{FF2B5EF4-FFF2-40B4-BE49-F238E27FC236}">
                <a16:creationId xmlns:a16="http://schemas.microsoft.com/office/drawing/2014/main" id="{B1E80ECF-2AF2-0A50-6605-D8D54958A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46" y="223784"/>
            <a:ext cx="11449050" cy="648000"/>
          </a:xfrm>
        </p:spPr>
        <p:txBody>
          <a:bodyPr vert="horz"/>
          <a:lstStyle/>
          <a:p>
            <a:r>
              <a:rPr lang="en-US" sz="1800"/>
              <a:t>Audit Results: Scale UTM adoption now to unlock Campaign-Level insights</a:t>
            </a:r>
          </a:p>
        </p:txBody>
      </p:sp>
      <p:sp>
        <p:nvSpPr>
          <p:cNvPr id="3" name="Ellipse 1221">
            <a:extLst>
              <a:ext uri="{FF2B5EF4-FFF2-40B4-BE49-F238E27FC236}">
                <a16:creationId xmlns:a16="http://schemas.microsoft.com/office/drawing/2014/main" id="{C2618F6C-A1DC-751E-C19E-0B0FDC11243C}"/>
              </a:ext>
            </a:extLst>
          </p:cNvPr>
          <p:cNvSpPr/>
          <p:nvPr/>
        </p:nvSpPr>
        <p:spPr>
          <a:xfrm>
            <a:off x="3657546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Ellipse 1221">
            <a:extLst>
              <a:ext uri="{FF2B5EF4-FFF2-40B4-BE49-F238E27FC236}">
                <a16:creationId xmlns:a16="http://schemas.microsoft.com/office/drawing/2014/main" id="{EF5FE502-EE5C-F546-1A62-AAFEBE2BC725}"/>
              </a:ext>
            </a:extLst>
          </p:cNvPr>
          <p:cNvSpPr/>
          <p:nvPr/>
        </p:nvSpPr>
        <p:spPr>
          <a:xfrm>
            <a:off x="2706340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Ellipse 1221">
            <a:extLst>
              <a:ext uri="{FF2B5EF4-FFF2-40B4-BE49-F238E27FC236}">
                <a16:creationId xmlns:a16="http://schemas.microsoft.com/office/drawing/2014/main" id="{48F75BAF-0A33-6839-7598-2C6F3B6C39C3}"/>
              </a:ext>
            </a:extLst>
          </p:cNvPr>
          <p:cNvSpPr/>
          <p:nvPr/>
        </p:nvSpPr>
        <p:spPr>
          <a:xfrm>
            <a:off x="1732473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CCDADD8-7055-58FB-4463-92BD25FAA0C0}"/>
              </a:ext>
            </a:extLst>
          </p:cNvPr>
          <p:cNvSpPr/>
          <p:nvPr/>
        </p:nvSpPr>
        <p:spPr>
          <a:xfrm>
            <a:off x="10637310" y="120222"/>
            <a:ext cx="1829586" cy="296091"/>
          </a:xfrm>
          <a:prstGeom prst="roundRect">
            <a:avLst>
              <a:gd name="adj" fmla="val 50000"/>
            </a:avLst>
          </a:prstGeom>
          <a:solidFill>
            <a:srgbClr val="8D57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100" b="1" noProof="1">
                <a:solidFill>
                  <a:schemeClr val="bg1"/>
                </a:solidFill>
              </a:rPr>
              <a:t>As of 7</a:t>
            </a:r>
            <a:r>
              <a:rPr lang="en-US" sz="1100" b="1" baseline="30000" noProof="1">
                <a:solidFill>
                  <a:schemeClr val="bg1"/>
                </a:solidFill>
              </a:rPr>
              <a:t>th</a:t>
            </a:r>
            <a:r>
              <a:rPr lang="en-US" sz="1100" b="1" noProof="1">
                <a:solidFill>
                  <a:schemeClr val="bg1"/>
                </a:solidFill>
              </a:rPr>
              <a:t> May 2026</a:t>
            </a:r>
          </a:p>
        </p:txBody>
      </p:sp>
    </p:spTree>
    <p:extLst>
      <p:ext uri="{BB962C8B-B14F-4D97-AF65-F5344CB8AC3E}">
        <p14:creationId xmlns:p14="http://schemas.microsoft.com/office/powerpoint/2010/main" val="4432693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orsche Black">
  <a:themeElements>
    <a:clrScheme name="Porsche">
      <a:dk1>
        <a:sysClr val="windowText" lastClr="000000"/>
      </a:dk1>
      <a:lt1>
        <a:srgbClr val="FFFFFF"/>
      </a:lt1>
      <a:dk2>
        <a:srgbClr val="403F45"/>
      </a:dk2>
      <a:lt2>
        <a:srgbClr val="DAD9DE"/>
      </a:lt2>
      <a:accent1>
        <a:srgbClr val="000000"/>
      </a:accent1>
      <a:accent2>
        <a:srgbClr val="403F45"/>
      </a:accent2>
      <a:accent3>
        <a:srgbClr val="737278"/>
      </a:accent3>
      <a:accent4>
        <a:srgbClr val="B5B4BA"/>
      </a:accent4>
      <a:accent5>
        <a:srgbClr val="DAD9DE"/>
      </a:accent5>
      <a:accent6>
        <a:srgbClr val="D5001C"/>
      </a:accent6>
      <a:hlink>
        <a:srgbClr val="D5001C"/>
      </a:hlink>
      <a:folHlink>
        <a:srgbClr val="737278"/>
      </a:folHlink>
    </a:clrScheme>
    <a:fontScheme name="Porsche">
      <a:majorFont>
        <a:latin typeface="Porsche Next TT"/>
        <a:ea typeface=""/>
        <a:cs typeface=""/>
      </a:majorFont>
      <a:minorFont>
        <a:latin typeface="Porsche Next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08000" tIns="72000" rIns="108000" bIns="72000" rtlCol="0" anchor="t"/>
      <a:lstStyle>
        <a:defPPr algn="l">
          <a:lnSpc>
            <a:spcPct val="110000"/>
          </a:lnSpc>
          <a:spcBef>
            <a:spcPts val="600"/>
          </a:spcBef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>
      <a:srgbClr val="19334D"/>
    </a:custClr>
    <a:custClr>
      <a:srgbClr val="2A4B6D"/>
    </a:custClr>
    <a:custClr>
      <a:srgbClr val="3A6B9B"/>
    </a:custClr>
    <a:custClr>
      <a:srgbClr val="5391C4"/>
    </a:custClr>
    <a:custClr>
      <a:srgbClr val="76AFDC"/>
    </a:custClr>
    <a:custClr>
      <a:srgbClr val="D1E0F0"/>
    </a:custClr>
    <a:custClr>
      <a:srgbClr val="017379"/>
    </a:custClr>
    <a:custClr>
      <a:srgbClr val="3AB4BA"/>
    </a:custClr>
    <a:custClr>
      <a:srgbClr val="658E11"/>
    </a:custClr>
    <a:custClr>
      <a:srgbClr val="8CB527"/>
    </a:custClr>
    <a:custClr>
      <a:srgbClr val="D88711"/>
    </a:custClr>
    <a:custClr>
      <a:srgbClr val="F2A100"/>
    </a:custClr>
    <a:custClr>
      <a:srgbClr val="FFBE00"/>
    </a:custClr>
    <a:custClr>
      <a:srgbClr val="FFE200"/>
    </a:custClr>
    <a:custClr>
      <a:srgbClr val="94001B"/>
    </a:custClr>
    <a:custClr>
      <a:srgbClr val="C32718"/>
    </a:custClr>
    <a:custClr>
      <a:srgbClr val="700043"/>
    </a:custClr>
    <a:custClr>
      <a:srgbClr val="B7006D"/>
    </a:custClr>
    <a:custClr>
      <a:srgbClr val="3C007E"/>
    </a:custClr>
    <a:custClr>
      <a:srgbClr val="8D57CB"/>
    </a:custClr>
    <a:custClr>
      <a:srgbClr val="D2EB2D"/>
    </a:custClr>
  </a:custClrLst>
  <a:extLst>
    <a:ext uri="{05A4C25C-085E-4340-85A3-A5531E510DB2}">
      <thm15:themeFamily xmlns:thm15="http://schemas.microsoft.com/office/thememl/2012/main" name="Porsche Black" id="{A6B04ED8-E0CE-4F25-B129-EB4727A6BEBB}" vid="{C4E73E7E-BED5-4B8A-BB80-8F7EF7F91DC0}"/>
    </a:ext>
  </a:extLst>
</a:theme>
</file>

<file path=ppt/theme/theme2.xml><?xml version="1.0" encoding="utf-8"?>
<a:theme xmlns:a="http://schemas.openxmlformats.org/drawingml/2006/main" name="Office">
  <a:themeElements>
    <a:clrScheme name="Porsche">
      <a:dk1>
        <a:sysClr val="windowText" lastClr="000000"/>
      </a:dk1>
      <a:lt1>
        <a:sysClr val="window" lastClr="FFFFFF"/>
      </a:lt1>
      <a:dk2>
        <a:srgbClr val="403F45"/>
      </a:dk2>
      <a:lt2>
        <a:srgbClr val="F3F2F7"/>
      </a:lt2>
      <a:accent1>
        <a:srgbClr val="000000"/>
      </a:accent1>
      <a:accent2>
        <a:srgbClr val="403F45"/>
      </a:accent2>
      <a:accent3>
        <a:srgbClr val="737278"/>
      </a:accent3>
      <a:accent4>
        <a:srgbClr val="B5B4BA"/>
      </a:accent4>
      <a:accent5>
        <a:srgbClr val="DAD9DE"/>
      </a:accent5>
      <a:accent6>
        <a:srgbClr val="D5001C"/>
      </a:accent6>
      <a:hlink>
        <a:srgbClr val="D5001C"/>
      </a:hlink>
      <a:folHlink>
        <a:srgbClr val="737278"/>
      </a:folHlink>
    </a:clrScheme>
    <a:fontScheme name="Porsche">
      <a:majorFont>
        <a:latin typeface="Porsche Next TT"/>
        <a:ea typeface=""/>
        <a:cs typeface=""/>
      </a:majorFont>
      <a:minorFont>
        <a:latin typeface="Porsche Next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Porsche">
      <a:dk1>
        <a:sysClr val="windowText" lastClr="000000"/>
      </a:dk1>
      <a:lt1>
        <a:sysClr val="window" lastClr="FFFFFF"/>
      </a:lt1>
      <a:dk2>
        <a:srgbClr val="403F45"/>
      </a:dk2>
      <a:lt2>
        <a:srgbClr val="F3F2F7"/>
      </a:lt2>
      <a:accent1>
        <a:srgbClr val="000000"/>
      </a:accent1>
      <a:accent2>
        <a:srgbClr val="403F45"/>
      </a:accent2>
      <a:accent3>
        <a:srgbClr val="737278"/>
      </a:accent3>
      <a:accent4>
        <a:srgbClr val="B5B4BA"/>
      </a:accent4>
      <a:accent5>
        <a:srgbClr val="DAD9DE"/>
      </a:accent5>
      <a:accent6>
        <a:srgbClr val="D5001C"/>
      </a:accent6>
      <a:hlink>
        <a:srgbClr val="D5001C"/>
      </a:hlink>
      <a:folHlink>
        <a:srgbClr val="737278"/>
      </a:folHlink>
    </a:clrScheme>
    <a:fontScheme name="Porsche">
      <a:majorFont>
        <a:latin typeface="Porsche Next TT"/>
        <a:ea typeface=""/>
        <a:cs typeface=""/>
      </a:majorFont>
      <a:minorFont>
        <a:latin typeface="Porsche Next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8E185792B2A544A631DFBAD5E6C7EC" ma:contentTypeVersion="23" ma:contentTypeDescription="Ein neues Dokument erstellen." ma:contentTypeScope="" ma:versionID="e0c3d9fdd96a6dd1a7a608bf9c7b9a2d">
  <xsd:schema xmlns:xsd="http://www.w3.org/2001/XMLSchema" xmlns:xs="http://www.w3.org/2001/XMLSchema" xmlns:p="http://schemas.microsoft.com/office/2006/metadata/properties" xmlns:ns2="9b57366a-dac3-4b86-b234-c3f5f76372dc" xmlns:ns3="2cd08dc0-854a-46eb-8386-3cb998225b97" targetNamespace="http://schemas.microsoft.com/office/2006/metadata/properties" ma:root="true" ma:fieldsID="4f57a6f1d7193d352492f6ccb0450b44" ns2:_="" ns3:_="">
    <xsd:import namespace="9b57366a-dac3-4b86-b234-c3f5f76372dc"/>
    <xsd:import namespace="2cd08dc0-854a-46eb-8386-3cb998225b97"/>
    <xsd:element name="properties">
      <xsd:complexType>
        <xsd:sequence>
          <xsd:element name="documentManagement">
            <xsd:complexType>
              <xsd:all>
                <xsd:element ref="ns2:i0f84bba906045b4af568ee102a52dcb" minOccurs="0"/>
                <xsd:element ref="ns2:TaxCatchAll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lcf76f155ced4ddcb4097134ff3c332f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MediaServiceBillingMetadata" minOccurs="0"/>
                <xsd:element ref="ns2:RevIMDateOfModified2Creation" minOccurs="0"/>
                <xsd:element ref="ns2:RevIMDeclare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57366a-dac3-4b86-b234-c3f5f76372dc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9" nillable="true" ma:taxonomy="true" ma:internalName="i0f84bba906045b4af568ee102a52dcb" ma:taxonomyFieldName="RevIMBCS" ma:displayName="KSU Klasse" ma:readOnly="true" ma:default="1;#0.2 Arbeitsunterlagen|860f14b0-beae-495c-93e3-3187f714d4fc" ma:fieldId="{20f84bba-9060-45b4-af56-8ee102a52dcb}" ma:sspId="11f93a7e-e8d8-45f1-8a13-907dadde1127" ma:termSetId="b795bf2d-8abe-423c-bac8-6c6bed63d3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9a18e81f-cdeb-42ca-8485-c059144356ee}" ma:internalName="TaxCatchAll" ma:showField="CatchAllData" ma:web="9b57366a-dac3-4b86-b234-c3f5f76372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RevIMDeletionDate" ma:index="11" nillable="true" ma:displayName="Löschdatum" ma:description="Deletion Date" ma:format="DateOnly" ma:internalName="RevIMDeletionDate" ma:readOnly="true">
      <xsd:simpleType>
        <xsd:restriction base="dms:DateTime"/>
      </xsd:simpleType>
    </xsd:element>
    <xsd:element name="RevIMEventDate" ma:index="12" nillable="true" ma:displayName="Ereignisdatum" ma:description="Event Date" ma:format="DateOnly" ma:internalName="RevIMEventDate" ma:readOnly="true">
      <xsd:simpleType>
        <xsd:restriction base="dms:DateTime"/>
      </xsd:simpleType>
    </xsd:element>
    <xsd:element name="RevIMComments" ma:index="13" nillable="true" ma:displayName="Ereigniskommentar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4" nillable="true" ma:displayName="Unterlagenverantwortlich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5" nillable="true" ma:displayName="RevIMExtends" ma:hidden="true" ma:internalName="RevIMExtends" ma:readOnly="true">
      <xsd:simpleType>
        <xsd:restriction base="dms:Note"/>
      </xsd:simpleType>
    </xsd:element>
    <xsd:element name="RevIMDateOfModified2Creation" ma:index="29" nillable="true" ma:displayName="Umklassifizierungsdatum von Änderungs- auf Erstellungsbasierte-Klasse" ma:description="Reclassification Date from Modified to Creation Class" ma:format="DateOnly" ma:indexed="true" ma:internalName="RevIMDateOfModified2Creation" ma:readOnly="true">
      <xsd:simpleType>
        <xsd:restriction base="dms:DateTime"/>
      </xsd:simpleType>
    </xsd:element>
    <xsd:element name="RevIMDeclareTime" ma:index="30" nillable="true" ma:displayName="CSD Record Declaration Time" ma:description="CSD Record Declaration Time" ma:format="DateTime" ma:indexed="true" ma:internalName="RevIMDeclare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d08dc0-854a-46eb-8386-3cb998225b9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11f93a7e-e8d8-45f1-8a13-907dadde11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orscheTools xmlns:xsi="http://www.w3.org/2001/XMLSchema-instance" xmlns:xsd="http://www.w3.org/2001/XMLSchema" xmlns="urn:strategyCompass:quickSlide:porsche:porschetoolssettings">
  <Author>Marketing Analytics &amp; Intelligence</Author>
  <Department>VMK3</Department>
  <PageNumbers>false</PageNumbers>
  <UseCreationDate>false</UseCreationDate>
  <UseModifiedDate>false</UseModifiedDate>
  <CreationDate>638995792611839896</CreationDate>
  <ModifiedDate>638995792611839896</ModifiedDate>
  <Confidentiality>intern</Confidentiality>
  <DateFormat>dd.MM.yyyy</DateFormat>
  <UseDocumentname>false</UseDocumentname>
  <PresentationLanguageID>1031</PresentationLanguageID>
  <MasterLanguageID>0</MasterLanguageID>
</PorscheTool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9b57366a-dac3-4b86-b234-c3f5f76372dc">
      <UserInfo>
        <DisplayName/>
        <AccountId xsi:nil="true"/>
        <AccountType/>
      </UserInfo>
    </RevIMDocumentOwner>
    <lcf76f155ced4ddcb4097134ff3c332f xmlns="2cd08dc0-854a-46eb-8386-3cb998225b97">
      <Terms xmlns="http://schemas.microsoft.com/office/infopath/2007/PartnerControls"/>
    </lcf76f155ced4ddcb4097134ff3c332f>
    <TaxCatchAll xmlns="9b57366a-dac3-4b86-b234-c3f5f76372dc">
      <Value>1</Value>
    </TaxCatchAll>
    <i0f84bba906045b4af568ee102a52dcb xmlns="9b57366a-dac3-4b86-b234-c3f5f76372dc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0.2 Arbeitsunterlagen</TermName>
          <TermId xmlns="http://schemas.microsoft.com/office/infopath/2007/PartnerControls">860f14b0-beae-495c-93e3-3187f714d4fc</TermId>
        </TermInfo>
      </Terms>
    </i0f84bba906045b4af568ee102a52dcb>
    <RevIMComments xmlns="9b57366a-dac3-4b86-b234-c3f5f76372dc" xsi:nil="true"/>
    <RevIMDeletionDate xmlns="9b57366a-dac3-4b86-b234-c3f5f76372dc">2030-03-12T18:52:43+00:00</RevIMDeletionDate>
    <RevIMExtends xmlns="9b57366a-dac3-4b86-b234-c3f5f76372dc">{"Locked":null,"LockedBy":null,"UnLocked":null,"UnLockedBy":null,"KSUClass":"860f14b0-beae-495c-93e3-3187f714d4fc","Classified":"2026-03-12T18:52:53.600Z","Reclassified":null,"ReclassifiedBy":null,"EDReclassified":null,"EDReclassifiedBy":null,"EventCreated":null,"EventModified":null,"EventDeleted":null,"EventCreatedBy":null,"EventModifiedBy":null,"EventDeletedBy":null,"Moved":null,"MovedBy":null,"MovedFrom":null,"IsMoving":null,"MoveStartTime":null}</RevIMExtends>
    <RevIMEventDate xmlns="9b57366a-dac3-4b86-b234-c3f5f76372dc" xsi:nil="true"/>
  </documentManagement>
</p:properties>
</file>

<file path=customXml/itemProps1.xml><?xml version="1.0" encoding="utf-8"?>
<ds:datastoreItem xmlns:ds="http://schemas.openxmlformats.org/officeDocument/2006/customXml" ds:itemID="{01EEFB5E-0723-4717-B3E5-DDF7933A84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57366a-dac3-4b86-b234-c3f5f76372dc"/>
    <ds:schemaRef ds:uri="2cd08dc0-854a-46eb-8386-3cb998225b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0C78E0-A93B-4D08-9134-6AA656F8E4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E87401-2432-4440-8ABF-887084982709}">
  <ds:schemaRefs>
    <ds:schemaRef ds:uri="http://www.w3.org/2001/XMLSchema"/>
    <ds:schemaRef ds:uri="urn:strategyCompass:quickSlide:porsche:porschetoolssettings"/>
  </ds:schemaRefs>
</ds:datastoreItem>
</file>

<file path=customXml/itemProps4.xml><?xml version="1.0" encoding="utf-8"?>
<ds:datastoreItem xmlns:ds="http://schemas.openxmlformats.org/officeDocument/2006/customXml" ds:itemID="{956BA2CF-8CE1-4BA2-ABD9-A304C3A9D7EA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purl.org/dc/dcmitype/"/>
    <ds:schemaRef ds:uri="2cd08dc0-854a-46eb-8386-3cb998225b97"/>
    <ds:schemaRef ds:uri="9b57366a-dac3-4b86-b234-c3f5f76372dc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Porsche Black</Template>
  <TotalTime>2014</TotalTime>
  <Words>74</Words>
  <Application>Microsoft Office PowerPoint</Application>
  <PresentationFormat>Widescreen</PresentationFormat>
  <Paragraphs>41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Audi Type Extended</vt:lpstr>
      <vt:lpstr>Porsche Next TT</vt:lpstr>
      <vt:lpstr>SKODA Next</vt:lpstr>
      <vt:lpstr>Porsche Black</vt:lpstr>
      <vt:lpstr>think-cell Folie</vt:lpstr>
      <vt:lpstr>PowerPoint Presentation</vt:lpstr>
      <vt:lpstr>Audit Results: Scale UTM adoption now to unlock Campaign-Level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Esguerra, Laura (VMK3)</dc:creator>
  <cp:lastModifiedBy>Ali Malek (Omnicom)</cp:lastModifiedBy>
  <cp:revision>13</cp:revision>
  <dcterms:created xsi:type="dcterms:W3CDTF">2025-11-24T10:07:39Z</dcterms:created>
  <dcterms:modified xsi:type="dcterms:W3CDTF">2026-05-07T19:09:23Z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vIMBCS">
    <vt:lpwstr>1;#0.2 Arbeitsunterlagen|860f14b0-beae-495c-93e3-3187f714d4fc</vt:lpwstr>
  </property>
  <property fmtid="{D5CDD505-2E9C-101B-9397-08002B2CF9AE}" pid="3" name="MediaServiceImageTags">
    <vt:lpwstr/>
  </property>
  <property fmtid="{D5CDD505-2E9C-101B-9397-08002B2CF9AE}" pid="4" name="ContentTypeId">
    <vt:lpwstr>0x0101001B8E185792B2A544A631DFBAD5E6C7EC</vt:lpwstr>
  </property>
  <property fmtid="{D5CDD505-2E9C-101B-9397-08002B2CF9AE}" pid="5" name="MSIP_Label_8e19d756-792e-42a1-bcad-4cb9051ddd2d_SetDate">
    <vt:lpwstr>2025-12-18T09:40:45Z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Enabled">
    <vt:lpwstr>true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Name">
    <vt:lpwstr>Confidential</vt:lpwstr>
  </property>
  <property fmtid="{D5CDD505-2E9C-101B-9397-08002B2CF9AE}" pid="10" name="ClassificationContentMarkingFooterText">
    <vt:lpwstr>Confidential - Not for Public Consumption or Distribution</vt:lpwstr>
  </property>
  <property fmtid="{D5CDD505-2E9C-101B-9397-08002B2CF9AE}" pid="11" name="MSIP_Label_8e19d756-792e-42a1-bcad-4cb9051ddd2d_ActionId">
    <vt:lpwstr>4cd522ef-7898-4200-a7ed-20a1c5b8f206</vt:lpwstr>
  </property>
  <property fmtid="{D5CDD505-2E9C-101B-9397-08002B2CF9AE}" pid="12" name="MSIP_Label_8e19d756-792e-42a1-bcad-4cb9051ddd2d_Tag">
    <vt:lpwstr>10, 3, 0, 1</vt:lpwstr>
  </property>
  <property fmtid="{D5CDD505-2E9C-101B-9397-08002B2CF9AE}" pid="13" name="MSIP_Label_8e19d756-792e-42a1-bcad-4cb9051ddd2d_Method">
    <vt:lpwstr>Standard</vt:lpwstr>
  </property>
  <property fmtid="{D5CDD505-2E9C-101B-9397-08002B2CF9AE}" pid="14" name="ClassificationContentMarkingFooterLocations">
    <vt:lpwstr>Porsche Black:6</vt:lpwstr>
  </property>
</Properties>
</file>