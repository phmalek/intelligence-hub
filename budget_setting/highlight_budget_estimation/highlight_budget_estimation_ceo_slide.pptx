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11827"/>
                </a:solidFill>
              </a:defRPr>
            </a:pPr>
            <a:r>
              <a:t>2026 Highlight Budget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394960" cy="1828800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CFDF5"/>
                </a:solidFill>
              </a:defRPr>
            </a:pPr>
            <a:r>
              <a:t>Recommended Annual Budget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EUR 10,8M</a:t>
            </a:r>
          </a:p>
          <a:p>
            <a:pPr>
              <a:defRPr sz="1300">
                <a:solidFill>
                  <a:srgbClr val="ECFDF5"/>
                </a:solidFill>
              </a:defRPr>
            </a:pPr>
            <a:r>
              <a:t>Planning envelope: EUR 9,4M - EUR 11,2M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632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RFL status quo</a:t>
            </a:r>
          </a:p>
          <a:p>
            <a:pPr>
              <a:defRPr sz="2100" b="1">
                <a:solidFill>
                  <a:srgbClr val="3B82F6"/>
                </a:solidFill>
              </a:defRPr>
            </a:pPr>
            <a:r>
              <a:t>EUR 9,4M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30632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Proxy-based estimate</a:t>
            </a:r>
          </a:p>
          <a:p>
            <a:pPr>
              <a:defRPr sz="2100" b="1">
                <a:solidFill>
                  <a:srgbClr val="0F766E"/>
                </a:solidFill>
              </a:defRPr>
            </a:pPr>
            <a:r>
              <a:t>EUR 10,8M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3063240"/>
            <a:ext cx="256032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RFL scenario 2</a:t>
            </a:r>
          </a:p>
          <a:p>
            <a:pPr>
              <a:defRPr sz="2100" b="1">
                <a:solidFill>
                  <a:srgbClr val="7C3AED"/>
                </a:solidFill>
              </a:defRPr>
            </a:pPr>
            <a:r>
              <a:t>EUR 11,2M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960120"/>
            <a:ext cx="34290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11827"/>
                </a:solidFill>
              </a:defRPr>
            </a:pPr>
            <a:r>
              <a:t>Decision for Leadership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Approve baseline planning at EUR 10,8M,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Use EUR 11,2M as upside option if stronger push is needed,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Stretch case at EUR 16,8M is available but should require explicit business trigger,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4748B"/>
                </a:solidFill>
              </a:defRPr>
            </a:pPr>
            <a:r>
              <a:t>Source: RFL scenario totals and Macan BEV proxy (Winning BEV campaign).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